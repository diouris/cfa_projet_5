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1"/>
  </p:notesMasterIdLst>
  <p:handoutMasterIdLst>
    <p:handoutMasterId r:id="rId22"/>
  </p:handoutMasterIdLst>
  <p:sldIdLst>
    <p:sldId id="410" r:id="rId5"/>
    <p:sldId id="383" r:id="rId6"/>
    <p:sldId id="389" r:id="rId7"/>
    <p:sldId id="391" r:id="rId8"/>
    <p:sldId id="419" r:id="rId9"/>
    <p:sldId id="408" r:id="rId10"/>
    <p:sldId id="397" r:id="rId11"/>
    <p:sldId id="411" r:id="rId12"/>
    <p:sldId id="412" r:id="rId13"/>
    <p:sldId id="413" r:id="rId14"/>
    <p:sldId id="414" r:id="rId15"/>
    <p:sldId id="415" r:id="rId16"/>
    <p:sldId id="416" r:id="rId17"/>
    <p:sldId id="417" r:id="rId18"/>
    <p:sldId id="418" r:id="rId19"/>
    <p:sldId id="420" r:id="rId20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A07705-45EC-4D76-A33A-D33AE026AAB7}" v="40" dt="2025-04-17T22:56:11.489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74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OURI Selma INNOV/DATAAI" userId="f0913d0a-fa3a-4d2c-a138-fffed5032ded" providerId="ADAL" clId="{D0A07705-45EC-4D76-A33A-D33AE026AAB7}"/>
    <pc:docChg chg="undo redo custSel addSld delSld modSld sldOrd">
      <pc:chgData name="DIOURI Selma INNOV/DATAAI" userId="f0913d0a-fa3a-4d2c-a138-fffed5032ded" providerId="ADAL" clId="{D0A07705-45EC-4D76-A33A-D33AE026AAB7}" dt="2025-04-20T15:21:28.331" v="2783" actId="20577"/>
      <pc:docMkLst>
        <pc:docMk/>
      </pc:docMkLst>
      <pc:sldChg chg="modSp mod">
        <pc:chgData name="DIOURI Selma INNOV/DATAAI" userId="f0913d0a-fa3a-4d2c-a138-fffed5032ded" providerId="ADAL" clId="{D0A07705-45EC-4D76-A33A-D33AE026AAB7}" dt="2025-04-17T22:51:25.488" v="2625" actId="368"/>
        <pc:sldMkLst>
          <pc:docMk/>
          <pc:sldMk cId="3346685798" sldId="383"/>
        </pc:sldMkLst>
        <pc:spChg chg="mod">
          <ac:chgData name="DIOURI Selma INNOV/DATAAI" userId="f0913d0a-fa3a-4d2c-a138-fffed5032ded" providerId="ADAL" clId="{D0A07705-45EC-4D76-A33A-D33AE026AAB7}" dt="2025-04-17T22:51:25.488" v="2625" actId="368"/>
          <ac:spMkLst>
            <pc:docMk/>
            <pc:sldMk cId="3346685798" sldId="383"/>
            <ac:spMk id="4" creationId="{00B7637A-F705-2D50-B621-15209994CE0D}"/>
          </ac:spMkLst>
        </pc:spChg>
      </pc:sldChg>
      <pc:sldChg chg="addSp delSp modSp mod">
        <pc:chgData name="DIOURI Selma INNOV/DATAAI" userId="f0913d0a-fa3a-4d2c-a138-fffed5032ded" providerId="ADAL" clId="{D0A07705-45EC-4D76-A33A-D33AE026AAB7}" dt="2025-04-17T18:46:51.742" v="1843" actId="1076"/>
        <pc:sldMkLst>
          <pc:docMk/>
          <pc:sldMk cId="3200312026" sldId="391"/>
        </pc:sldMkLst>
        <pc:spChg chg="mod">
          <ac:chgData name="DIOURI Selma INNOV/DATAAI" userId="f0913d0a-fa3a-4d2c-a138-fffed5032ded" providerId="ADAL" clId="{D0A07705-45EC-4D76-A33A-D33AE026AAB7}" dt="2025-04-17T18:46:51.742" v="1843" actId="1076"/>
          <ac:spMkLst>
            <pc:docMk/>
            <pc:sldMk cId="3200312026" sldId="391"/>
            <ac:spMk id="5" creationId="{CBB8D490-DEED-149B-2595-CF92E63D2658}"/>
          </ac:spMkLst>
        </pc:spChg>
        <pc:spChg chg="mod">
          <ac:chgData name="DIOURI Selma INNOV/DATAAI" userId="f0913d0a-fa3a-4d2c-a138-fffed5032ded" providerId="ADAL" clId="{D0A07705-45EC-4D76-A33A-D33AE026AAB7}" dt="2025-04-17T18:41:44.993" v="1735" actId="113"/>
          <ac:spMkLst>
            <pc:docMk/>
            <pc:sldMk cId="3200312026" sldId="391"/>
            <ac:spMk id="7" creationId="{F70BD87D-F7DA-961B-4024-A354DC87D168}"/>
          </ac:spMkLst>
        </pc:spChg>
        <pc:spChg chg="mod">
          <ac:chgData name="DIOURI Selma INNOV/DATAAI" userId="f0913d0a-fa3a-4d2c-a138-fffed5032ded" providerId="ADAL" clId="{D0A07705-45EC-4D76-A33A-D33AE026AAB7}" dt="2025-04-17T18:46:41.333" v="1842" actId="1076"/>
          <ac:spMkLst>
            <pc:docMk/>
            <pc:sldMk cId="3200312026" sldId="391"/>
            <ac:spMk id="14" creationId="{E1F0570A-8594-A1AE-C752-14AEB4883FD9}"/>
          </ac:spMkLst>
        </pc:spChg>
        <pc:spChg chg="mod">
          <ac:chgData name="DIOURI Selma INNOV/DATAAI" userId="f0913d0a-fa3a-4d2c-a138-fffed5032ded" providerId="ADAL" clId="{D0A07705-45EC-4D76-A33A-D33AE026AAB7}" dt="2025-04-17T18:46:41.333" v="1842" actId="1076"/>
          <ac:spMkLst>
            <pc:docMk/>
            <pc:sldMk cId="3200312026" sldId="391"/>
            <ac:spMk id="23" creationId="{831B222D-C42D-1181-90D8-405DDC0A9FBD}"/>
          </ac:spMkLst>
        </pc:spChg>
        <pc:spChg chg="mod">
          <ac:chgData name="DIOURI Selma INNOV/DATAAI" userId="f0913d0a-fa3a-4d2c-a138-fffed5032ded" providerId="ADAL" clId="{D0A07705-45EC-4D76-A33A-D33AE026AAB7}" dt="2025-04-17T18:46:51.742" v="1843" actId="1076"/>
          <ac:spMkLst>
            <pc:docMk/>
            <pc:sldMk cId="3200312026" sldId="391"/>
            <ac:spMk id="26" creationId="{AD20C5EF-86D0-2C0C-7EAF-252D4C954577}"/>
          </ac:spMkLst>
        </pc:spChg>
        <pc:spChg chg="mod">
          <ac:chgData name="DIOURI Selma INNOV/DATAAI" userId="f0913d0a-fa3a-4d2c-a138-fffed5032ded" providerId="ADAL" clId="{D0A07705-45EC-4D76-A33A-D33AE026AAB7}" dt="2025-04-17T18:45:51.931" v="1829" actId="1076"/>
          <ac:spMkLst>
            <pc:docMk/>
            <pc:sldMk cId="3200312026" sldId="391"/>
            <ac:spMk id="33" creationId="{A813A10D-4364-993A-2AD7-5F36517917D0}"/>
          </ac:spMkLst>
        </pc:spChg>
        <pc:spChg chg="mod">
          <ac:chgData name="DIOURI Selma INNOV/DATAAI" userId="f0913d0a-fa3a-4d2c-a138-fffed5032ded" providerId="ADAL" clId="{D0A07705-45EC-4D76-A33A-D33AE026AAB7}" dt="2025-04-17T18:45:55.852" v="1834" actId="20577"/>
          <ac:spMkLst>
            <pc:docMk/>
            <pc:sldMk cId="3200312026" sldId="391"/>
            <ac:spMk id="35" creationId="{0F6605B7-3356-30D9-1392-887E8AB05DD0}"/>
          </ac:spMkLst>
        </pc:spChg>
        <pc:picChg chg="add mod">
          <ac:chgData name="DIOURI Selma INNOV/DATAAI" userId="f0913d0a-fa3a-4d2c-a138-fffed5032ded" providerId="ADAL" clId="{D0A07705-45EC-4D76-A33A-D33AE026AAB7}" dt="2025-04-17T18:46:05.522" v="1836" actId="1076"/>
          <ac:picMkLst>
            <pc:docMk/>
            <pc:sldMk cId="3200312026" sldId="391"/>
            <ac:picMk id="6" creationId="{41B6F0C7-F98F-126C-7752-1557BDD94BFC}"/>
          </ac:picMkLst>
        </pc:picChg>
        <pc:picChg chg="del">
          <ac:chgData name="DIOURI Selma INNOV/DATAAI" userId="f0913d0a-fa3a-4d2c-a138-fffed5032ded" providerId="ADAL" clId="{D0A07705-45EC-4D76-A33A-D33AE026AAB7}" dt="2025-04-17T18:45:02.042" v="1819" actId="478"/>
          <ac:picMkLst>
            <pc:docMk/>
            <pc:sldMk cId="3200312026" sldId="391"/>
            <ac:picMk id="37" creationId="{E7C1889D-4534-1E8E-3FC0-BE95E798A3B6}"/>
          </ac:picMkLst>
        </pc:picChg>
        <pc:cxnChg chg="mod">
          <ac:chgData name="DIOURI Selma INNOV/DATAAI" userId="f0913d0a-fa3a-4d2c-a138-fffed5032ded" providerId="ADAL" clId="{D0A07705-45EC-4D76-A33A-D33AE026AAB7}" dt="2025-04-17T18:46:41.333" v="1842" actId="1076"/>
          <ac:cxnSpMkLst>
            <pc:docMk/>
            <pc:sldMk cId="3200312026" sldId="391"/>
            <ac:cxnSpMk id="24" creationId="{36B6D3ED-D349-122D-2616-F6A69EAB0BCB}"/>
          </ac:cxnSpMkLst>
        </pc:cxnChg>
        <pc:cxnChg chg="mod">
          <ac:chgData name="DIOURI Selma INNOV/DATAAI" userId="f0913d0a-fa3a-4d2c-a138-fffed5032ded" providerId="ADAL" clId="{D0A07705-45EC-4D76-A33A-D33AE026AAB7}" dt="2025-04-17T18:46:51.742" v="1843" actId="1076"/>
          <ac:cxnSpMkLst>
            <pc:docMk/>
            <pc:sldMk cId="3200312026" sldId="391"/>
            <ac:cxnSpMk id="27" creationId="{8B493D25-B4C9-54A7-27A0-C58201B1559B}"/>
          </ac:cxnSpMkLst>
        </pc:cxnChg>
      </pc:sldChg>
      <pc:sldChg chg="addSp delSp modSp del mod">
        <pc:chgData name="DIOURI Selma INNOV/DATAAI" userId="f0913d0a-fa3a-4d2c-a138-fffed5032ded" providerId="ADAL" clId="{D0A07705-45EC-4D76-A33A-D33AE026AAB7}" dt="2025-04-17T22:51:17.372" v="2623" actId="47"/>
        <pc:sldMkLst>
          <pc:docMk/>
          <pc:sldMk cId="752428618" sldId="403"/>
        </pc:sldMkLst>
        <pc:spChg chg="add">
          <ac:chgData name="DIOURI Selma INNOV/DATAAI" userId="f0913d0a-fa3a-4d2c-a138-fffed5032ded" providerId="ADAL" clId="{D0A07705-45EC-4D76-A33A-D33AE026AAB7}" dt="2025-04-17T22:36:51.719" v="2519"/>
          <ac:spMkLst>
            <pc:docMk/>
            <pc:sldMk cId="752428618" sldId="403"/>
            <ac:spMk id="2" creationId="{14E6B469-B419-8A4B-2DE1-9CD41C13A1B5}"/>
          </ac:spMkLst>
        </pc:spChg>
        <pc:spChg chg="add">
          <ac:chgData name="DIOURI Selma INNOV/DATAAI" userId="f0913d0a-fa3a-4d2c-a138-fffed5032ded" providerId="ADAL" clId="{D0A07705-45EC-4D76-A33A-D33AE026AAB7}" dt="2025-04-17T22:37:00.280" v="2522"/>
          <ac:spMkLst>
            <pc:docMk/>
            <pc:sldMk cId="752428618" sldId="403"/>
            <ac:spMk id="4" creationId="{2F33E3F5-0C92-4688-550C-5C4B483F7897}"/>
          </ac:spMkLst>
        </pc:spChg>
        <pc:spChg chg="add del mod">
          <ac:chgData name="DIOURI Selma INNOV/DATAAI" userId="f0913d0a-fa3a-4d2c-a138-fffed5032ded" providerId="ADAL" clId="{D0A07705-45EC-4D76-A33A-D33AE026AAB7}" dt="2025-04-17T22:41:02.927" v="2537" actId="478"/>
          <ac:spMkLst>
            <pc:docMk/>
            <pc:sldMk cId="752428618" sldId="403"/>
            <ac:spMk id="5" creationId="{16847465-5A17-4B1C-EE98-46919D03528F}"/>
          </ac:spMkLst>
        </pc:spChg>
        <pc:spChg chg="add">
          <ac:chgData name="DIOURI Selma INNOV/DATAAI" userId="f0913d0a-fa3a-4d2c-a138-fffed5032ded" providerId="ADAL" clId="{D0A07705-45EC-4D76-A33A-D33AE026AAB7}" dt="2025-04-17T22:37:03.231" v="2524"/>
          <ac:spMkLst>
            <pc:docMk/>
            <pc:sldMk cId="752428618" sldId="403"/>
            <ac:spMk id="6" creationId="{89A89663-BD3B-2746-435C-FC3463CB003E}"/>
          </ac:spMkLst>
        </pc:spChg>
        <pc:spChg chg="add">
          <ac:chgData name="DIOURI Selma INNOV/DATAAI" userId="f0913d0a-fa3a-4d2c-a138-fffed5032ded" providerId="ADAL" clId="{D0A07705-45EC-4D76-A33A-D33AE026AAB7}" dt="2025-04-17T22:37:11.826" v="2526"/>
          <ac:spMkLst>
            <pc:docMk/>
            <pc:sldMk cId="752428618" sldId="403"/>
            <ac:spMk id="7" creationId="{B5DA8B70-EB41-47FE-430B-C133834C43DB}"/>
          </ac:spMkLst>
        </pc:spChg>
        <pc:spChg chg="add mod">
          <ac:chgData name="DIOURI Selma INNOV/DATAAI" userId="f0913d0a-fa3a-4d2c-a138-fffed5032ded" providerId="ADAL" clId="{D0A07705-45EC-4D76-A33A-D33AE026AAB7}" dt="2025-04-17T22:51:05.440" v="2620" actId="1076"/>
          <ac:spMkLst>
            <pc:docMk/>
            <pc:sldMk cId="752428618" sldId="403"/>
            <ac:spMk id="8" creationId="{2E34AF59-F165-A256-95AD-62C37812130E}"/>
          </ac:spMkLst>
        </pc:spChg>
        <pc:spChg chg="add del mod">
          <ac:chgData name="DIOURI Selma INNOV/DATAAI" userId="f0913d0a-fa3a-4d2c-a138-fffed5032ded" providerId="ADAL" clId="{D0A07705-45EC-4D76-A33A-D33AE026AAB7}" dt="2025-04-17T22:42:37.439" v="2561" actId="478"/>
          <ac:spMkLst>
            <pc:docMk/>
            <pc:sldMk cId="752428618" sldId="403"/>
            <ac:spMk id="9" creationId="{24457F9A-9525-64B6-A7B3-EB7319ADA8D6}"/>
          </ac:spMkLst>
        </pc:spChg>
        <pc:spChg chg="add mod">
          <ac:chgData name="DIOURI Selma INNOV/DATAAI" userId="f0913d0a-fa3a-4d2c-a138-fffed5032ded" providerId="ADAL" clId="{D0A07705-45EC-4D76-A33A-D33AE026AAB7}" dt="2025-04-17T22:51:05.440" v="2620" actId="1076"/>
          <ac:spMkLst>
            <pc:docMk/>
            <pc:sldMk cId="752428618" sldId="403"/>
            <ac:spMk id="11" creationId="{1C4533D6-98EF-D210-C370-BF4286B7C98F}"/>
          </ac:spMkLst>
        </pc:spChg>
        <pc:picChg chg="add mod">
          <ac:chgData name="DIOURI Selma INNOV/DATAAI" userId="f0913d0a-fa3a-4d2c-a138-fffed5032ded" providerId="ADAL" clId="{D0A07705-45EC-4D76-A33A-D33AE026AAB7}" dt="2025-04-17T22:48:13.035" v="2611" actId="1076"/>
          <ac:picMkLst>
            <pc:docMk/>
            <pc:sldMk cId="752428618" sldId="403"/>
            <ac:picMk id="13" creationId="{F6AAF88A-5D7E-6277-1550-56928D83E8CF}"/>
          </ac:picMkLst>
        </pc:picChg>
      </pc:sldChg>
      <pc:sldChg chg="del">
        <pc:chgData name="DIOURI Selma INNOV/DATAAI" userId="f0913d0a-fa3a-4d2c-a138-fffed5032ded" providerId="ADAL" clId="{D0A07705-45EC-4D76-A33A-D33AE026AAB7}" dt="2025-04-17T12:01:52.054" v="1091" actId="47"/>
        <pc:sldMkLst>
          <pc:docMk/>
          <pc:sldMk cId="4127695141" sldId="405"/>
        </pc:sldMkLst>
      </pc:sldChg>
      <pc:sldChg chg="delSp modSp mod">
        <pc:chgData name="DIOURI Selma INNOV/DATAAI" userId="f0913d0a-fa3a-4d2c-a138-fffed5032ded" providerId="ADAL" clId="{D0A07705-45EC-4D76-A33A-D33AE026AAB7}" dt="2025-04-17T23:00:15.906" v="2663" actId="1035"/>
        <pc:sldMkLst>
          <pc:docMk/>
          <pc:sldMk cId="888484295" sldId="408"/>
        </pc:sldMkLst>
        <pc:spChg chg="del">
          <ac:chgData name="DIOURI Selma INNOV/DATAAI" userId="f0913d0a-fa3a-4d2c-a138-fffed5032ded" providerId="ADAL" clId="{D0A07705-45EC-4D76-A33A-D33AE026AAB7}" dt="2025-04-17T22:52:18.586" v="2629" actId="478"/>
          <ac:spMkLst>
            <pc:docMk/>
            <pc:sldMk cId="888484295" sldId="408"/>
            <ac:spMk id="19" creationId="{E5FA7A32-A5B0-5C1A-0E8E-BFB12B21FEA9}"/>
          </ac:spMkLst>
        </pc:spChg>
        <pc:graphicFrameChg chg="mod">
          <ac:chgData name="DIOURI Selma INNOV/DATAAI" userId="f0913d0a-fa3a-4d2c-a138-fffed5032ded" providerId="ADAL" clId="{D0A07705-45EC-4D76-A33A-D33AE026AAB7}" dt="2025-04-17T22:56:25.442" v="2639" actId="1076"/>
          <ac:graphicFrameMkLst>
            <pc:docMk/>
            <pc:sldMk cId="888484295" sldId="408"/>
            <ac:graphicFrameMk id="13" creationId="{8FD9B964-FFF1-3F15-139E-14D63D28C781}"/>
          </ac:graphicFrameMkLst>
        </pc:graphicFrameChg>
        <pc:picChg chg="mod">
          <ac:chgData name="DIOURI Selma INNOV/DATAAI" userId="f0913d0a-fa3a-4d2c-a138-fffed5032ded" providerId="ADAL" clId="{D0A07705-45EC-4D76-A33A-D33AE026AAB7}" dt="2025-04-17T22:56:38.879" v="2642" actId="1076"/>
          <ac:picMkLst>
            <pc:docMk/>
            <pc:sldMk cId="888484295" sldId="408"/>
            <ac:picMk id="12" creationId="{6A82819F-CDB6-0DC5-C5CD-40E6B3214555}"/>
          </ac:picMkLst>
        </pc:picChg>
        <pc:picChg chg="mod">
          <ac:chgData name="DIOURI Selma INNOV/DATAAI" userId="f0913d0a-fa3a-4d2c-a138-fffed5032ded" providerId="ADAL" clId="{D0A07705-45EC-4D76-A33A-D33AE026AAB7}" dt="2025-04-17T23:00:01.454" v="2654" actId="1037"/>
          <ac:picMkLst>
            <pc:docMk/>
            <pc:sldMk cId="888484295" sldId="408"/>
            <ac:picMk id="15" creationId="{47E88EC9-6A8B-A201-A493-29CF5A254C82}"/>
          </ac:picMkLst>
        </pc:picChg>
        <pc:picChg chg="mod">
          <ac:chgData name="DIOURI Selma INNOV/DATAAI" userId="f0913d0a-fa3a-4d2c-a138-fffed5032ded" providerId="ADAL" clId="{D0A07705-45EC-4D76-A33A-D33AE026AAB7}" dt="2025-04-17T23:00:05.216" v="2661" actId="1037"/>
          <ac:picMkLst>
            <pc:docMk/>
            <pc:sldMk cId="888484295" sldId="408"/>
            <ac:picMk id="16" creationId="{E1DE6A45-557E-053D-E64B-7E57A724C093}"/>
          </ac:picMkLst>
        </pc:picChg>
        <pc:picChg chg="mod">
          <ac:chgData name="DIOURI Selma INNOV/DATAAI" userId="f0913d0a-fa3a-4d2c-a138-fffed5032ded" providerId="ADAL" clId="{D0A07705-45EC-4D76-A33A-D33AE026AAB7}" dt="2025-04-17T23:00:15.906" v="2663" actId="1035"/>
          <ac:picMkLst>
            <pc:docMk/>
            <pc:sldMk cId="888484295" sldId="408"/>
            <ac:picMk id="18" creationId="{088BD977-3F45-4E08-D7B7-9193906A19E5}"/>
          </ac:picMkLst>
        </pc:picChg>
      </pc:sldChg>
      <pc:sldChg chg="modSp mod ord">
        <pc:chgData name="DIOURI Selma INNOV/DATAAI" userId="f0913d0a-fa3a-4d2c-a138-fffed5032ded" providerId="ADAL" clId="{D0A07705-45EC-4D76-A33A-D33AE026AAB7}" dt="2025-04-17T17:12:37.877" v="1097"/>
        <pc:sldMkLst>
          <pc:docMk/>
          <pc:sldMk cId="3390304222" sldId="410"/>
        </pc:sldMkLst>
        <pc:spChg chg="mod">
          <ac:chgData name="DIOURI Selma INNOV/DATAAI" userId="f0913d0a-fa3a-4d2c-a138-fffed5032ded" providerId="ADAL" clId="{D0A07705-45EC-4D76-A33A-D33AE026AAB7}" dt="2025-04-17T17:04:20.763" v="1095" actId="122"/>
          <ac:spMkLst>
            <pc:docMk/>
            <pc:sldMk cId="3390304222" sldId="410"/>
            <ac:spMk id="7" creationId="{532DAE87-51CC-0DD5-0F69-98C29D461A32}"/>
          </ac:spMkLst>
        </pc:spChg>
      </pc:sldChg>
      <pc:sldChg chg="addSp delSp modSp mod">
        <pc:chgData name="DIOURI Selma INNOV/DATAAI" userId="f0913d0a-fa3a-4d2c-a138-fffed5032ded" providerId="ADAL" clId="{D0A07705-45EC-4D76-A33A-D33AE026AAB7}" dt="2025-04-19T15:52:16.530" v="2681" actId="14100"/>
        <pc:sldMkLst>
          <pc:docMk/>
          <pc:sldMk cId="965557428" sldId="413"/>
        </pc:sldMkLst>
        <pc:spChg chg="mod">
          <ac:chgData name="DIOURI Selma INNOV/DATAAI" userId="f0913d0a-fa3a-4d2c-a138-fffed5032ded" providerId="ADAL" clId="{D0A07705-45EC-4D76-A33A-D33AE026AAB7}" dt="2025-04-19T15:49:31.358" v="2665" actId="20577"/>
          <ac:spMkLst>
            <pc:docMk/>
            <pc:sldMk cId="965557428" sldId="413"/>
            <ac:spMk id="13" creationId="{8284D452-9D78-181F-BF78-87284BB5676A}"/>
          </ac:spMkLst>
        </pc:spChg>
        <pc:spChg chg="mod">
          <ac:chgData name="DIOURI Selma INNOV/DATAAI" userId="f0913d0a-fa3a-4d2c-a138-fffed5032ded" providerId="ADAL" clId="{D0A07705-45EC-4D76-A33A-D33AE026AAB7}" dt="2025-04-19T15:52:16.530" v="2681" actId="14100"/>
          <ac:spMkLst>
            <pc:docMk/>
            <pc:sldMk cId="965557428" sldId="413"/>
            <ac:spMk id="15" creationId="{DD51DC4C-C1B8-11A6-7074-BD909BF910F3}"/>
          </ac:spMkLst>
        </pc:spChg>
        <pc:picChg chg="add mod ord">
          <ac:chgData name="DIOURI Selma INNOV/DATAAI" userId="f0913d0a-fa3a-4d2c-a138-fffed5032ded" providerId="ADAL" clId="{D0A07705-45EC-4D76-A33A-D33AE026AAB7}" dt="2025-04-19T15:52:01.916" v="2678" actId="167"/>
          <ac:picMkLst>
            <pc:docMk/>
            <pc:sldMk cId="965557428" sldId="413"/>
            <ac:picMk id="4" creationId="{4DCA7220-ED7A-D8E8-7EF8-86775C7C2917}"/>
          </ac:picMkLst>
        </pc:picChg>
        <pc:picChg chg="del">
          <ac:chgData name="DIOURI Selma INNOV/DATAAI" userId="f0913d0a-fa3a-4d2c-a138-fffed5032ded" providerId="ADAL" clId="{D0A07705-45EC-4D76-A33A-D33AE026AAB7}" dt="2025-04-19T15:51:40.588" v="2670" actId="478"/>
          <ac:picMkLst>
            <pc:docMk/>
            <pc:sldMk cId="965557428" sldId="413"/>
            <ac:picMk id="14" creationId="{35FFF44E-E056-6BC3-ECA9-96D5356307A7}"/>
          </ac:picMkLst>
        </pc:picChg>
        <pc:cxnChg chg="mod">
          <ac:chgData name="DIOURI Selma INNOV/DATAAI" userId="f0913d0a-fa3a-4d2c-a138-fffed5032ded" providerId="ADAL" clId="{D0A07705-45EC-4D76-A33A-D33AE026AAB7}" dt="2025-04-19T15:51:53.906" v="2675" actId="1076"/>
          <ac:cxnSpMkLst>
            <pc:docMk/>
            <pc:sldMk cId="965557428" sldId="413"/>
            <ac:cxnSpMk id="17" creationId="{02224F97-AF3F-D137-3082-D0FC07C37671}"/>
          </ac:cxnSpMkLst>
        </pc:cxnChg>
      </pc:sldChg>
      <pc:sldChg chg="addSp delSp modSp mod">
        <pc:chgData name="DIOURI Selma INNOV/DATAAI" userId="f0913d0a-fa3a-4d2c-a138-fffed5032ded" providerId="ADAL" clId="{D0A07705-45EC-4D76-A33A-D33AE026AAB7}" dt="2025-04-19T16:42:03.140" v="2770" actId="114"/>
        <pc:sldMkLst>
          <pc:docMk/>
          <pc:sldMk cId="806742396" sldId="414"/>
        </pc:sldMkLst>
        <pc:spChg chg="mod">
          <ac:chgData name="DIOURI Selma INNOV/DATAAI" userId="f0913d0a-fa3a-4d2c-a138-fffed5032ded" providerId="ADAL" clId="{D0A07705-45EC-4D76-A33A-D33AE026AAB7}" dt="2025-04-11T16:18:42.332" v="73" actId="108"/>
          <ac:spMkLst>
            <pc:docMk/>
            <pc:sldMk cId="806742396" sldId="414"/>
            <ac:spMk id="2" creationId="{E26271D1-018C-386C-FAFA-755AA5E56297}"/>
          </ac:spMkLst>
        </pc:spChg>
        <pc:spChg chg="del mod">
          <ac:chgData name="DIOURI Selma INNOV/DATAAI" userId="f0913d0a-fa3a-4d2c-a138-fffed5032ded" providerId="ADAL" clId="{D0A07705-45EC-4D76-A33A-D33AE026AAB7}" dt="2025-04-11T16:14:01.960" v="21" actId="478"/>
          <ac:spMkLst>
            <pc:docMk/>
            <pc:sldMk cId="806742396" sldId="414"/>
            <ac:spMk id="7" creationId="{A78192B0-EFD3-0AF7-C2A7-315F42ADDA94}"/>
          </ac:spMkLst>
        </pc:spChg>
        <pc:spChg chg="mod">
          <ac:chgData name="DIOURI Selma INNOV/DATAAI" userId="f0913d0a-fa3a-4d2c-a138-fffed5032ded" providerId="ADAL" clId="{D0A07705-45EC-4D76-A33A-D33AE026AAB7}" dt="2025-04-19T16:42:03.140" v="2770" actId="114"/>
          <ac:spMkLst>
            <pc:docMk/>
            <pc:sldMk cId="806742396" sldId="414"/>
            <ac:spMk id="8" creationId="{645A3D2C-7F9D-30D6-17DE-760CAF635474}"/>
          </ac:spMkLst>
        </pc:spChg>
        <pc:spChg chg="del">
          <ac:chgData name="DIOURI Selma INNOV/DATAAI" userId="f0913d0a-fa3a-4d2c-a138-fffed5032ded" providerId="ADAL" clId="{D0A07705-45EC-4D76-A33A-D33AE026AAB7}" dt="2025-04-11T16:14:00.119" v="20" actId="478"/>
          <ac:spMkLst>
            <pc:docMk/>
            <pc:sldMk cId="806742396" sldId="414"/>
            <ac:spMk id="13" creationId="{8284D452-9D78-181F-BF78-87284BB5676A}"/>
          </ac:spMkLst>
        </pc:spChg>
        <pc:spChg chg="del">
          <ac:chgData name="DIOURI Selma INNOV/DATAAI" userId="f0913d0a-fa3a-4d2c-a138-fffed5032ded" providerId="ADAL" clId="{D0A07705-45EC-4D76-A33A-D33AE026AAB7}" dt="2025-04-11T16:02:57.535" v="5" actId="478"/>
          <ac:spMkLst>
            <pc:docMk/>
            <pc:sldMk cId="806742396" sldId="414"/>
            <ac:spMk id="15" creationId="{DD51DC4C-C1B8-11A6-7074-BD909BF910F3}"/>
          </ac:spMkLst>
        </pc:spChg>
        <pc:spChg chg="del">
          <ac:chgData name="DIOURI Selma INNOV/DATAAI" userId="f0913d0a-fa3a-4d2c-a138-fffed5032ded" providerId="ADAL" clId="{D0A07705-45EC-4D76-A33A-D33AE026AAB7}" dt="2025-04-11T16:02:56.252" v="3" actId="478"/>
          <ac:spMkLst>
            <pc:docMk/>
            <pc:sldMk cId="806742396" sldId="414"/>
            <ac:spMk id="16" creationId="{484A5A06-A077-3335-2378-B61069AF9AA3}"/>
          </ac:spMkLst>
        </pc:spChg>
        <pc:spChg chg="del">
          <ac:chgData name="DIOURI Selma INNOV/DATAAI" userId="f0913d0a-fa3a-4d2c-a138-fffed5032ded" providerId="ADAL" clId="{D0A07705-45EC-4D76-A33A-D33AE026AAB7}" dt="2025-04-11T16:02:55.353" v="2" actId="478"/>
          <ac:spMkLst>
            <pc:docMk/>
            <pc:sldMk cId="806742396" sldId="414"/>
            <ac:spMk id="18" creationId="{45F7D3EC-88AC-4AA7-BFE8-1F790DF255D7}"/>
          </ac:spMkLst>
        </pc:spChg>
        <pc:picChg chg="add mod">
          <ac:chgData name="DIOURI Selma INNOV/DATAAI" userId="f0913d0a-fa3a-4d2c-a138-fffed5032ded" providerId="ADAL" clId="{D0A07705-45EC-4D76-A33A-D33AE026AAB7}" dt="2025-04-11T16:19:07.579" v="76" actId="1076"/>
          <ac:picMkLst>
            <pc:docMk/>
            <pc:sldMk cId="806742396" sldId="414"/>
            <ac:picMk id="3" creationId="{A5D3DD52-61AE-EF50-5324-DAEF85740760}"/>
          </ac:picMkLst>
        </pc:picChg>
        <pc:picChg chg="del">
          <ac:chgData name="DIOURI Selma INNOV/DATAAI" userId="f0913d0a-fa3a-4d2c-a138-fffed5032ded" providerId="ADAL" clId="{D0A07705-45EC-4D76-A33A-D33AE026AAB7}" dt="2025-04-11T16:03:00.122" v="7" actId="478"/>
          <ac:picMkLst>
            <pc:docMk/>
            <pc:sldMk cId="806742396" sldId="414"/>
            <ac:picMk id="9" creationId="{A96EB648-0D46-7BB7-55E3-8919B1966F23}"/>
          </ac:picMkLst>
        </pc:picChg>
        <pc:picChg chg="del">
          <ac:chgData name="DIOURI Selma INNOV/DATAAI" userId="f0913d0a-fa3a-4d2c-a138-fffed5032ded" providerId="ADAL" clId="{D0A07705-45EC-4D76-A33A-D33AE026AAB7}" dt="2025-04-11T16:02:56.771" v="4" actId="478"/>
          <ac:picMkLst>
            <pc:docMk/>
            <pc:sldMk cId="806742396" sldId="414"/>
            <ac:picMk id="14" creationId="{35FFF44E-E056-6BC3-ECA9-96D5356307A7}"/>
          </ac:picMkLst>
        </pc:picChg>
        <pc:cxnChg chg="del">
          <ac:chgData name="DIOURI Selma INNOV/DATAAI" userId="f0913d0a-fa3a-4d2c-a138-fffed5032ded" providerId="ADAL" clId="{D0A07705-45EC-4D76-A33A-D33AE026AAB7}" dt="2025-04-11T16:14:06.799" v="23" actId="478"/>
          <ac:cxnSpMkLst>
            <pc:docMk/>
            <pc:sldMk cId="806742396" sldId="414"/>
            <ac:cxnSpMk id="5" creationId="{973CDC04-90C4-B5CC-4FA0-7E63AEC31942}"/>
          </ac:cxnSpMkLst>
        </pc:cxnChg>
        <pc:cxnChg chg="del">
          <ac:chgData name="DIOURI Selma INNOV/DATAAI" userId="f0913d0a-fa3a-4d2c-a138-fffed5032ded" providerId="ADAL" clId="{D0A07705-45EC-4D76-A33A-D33AE026AAB7}" dt="2025-04-11T16:02:58.188" v="6" actId="478"/>
          <ac:cxnSpMkLst>
            <pc:docMk/>
            <pc:sldMk cId="806742396" sldId="414"/>
            <ac:cxnSpMk id="17" creationId="{02224F97-AF3F-D137-3082-D0FC07C37671}"/>
          </ac:cxnSpMkLst>
        </pc:cxnChg>
      </pc:sldChg>
      <pc:sldChg chg="addSp delSp modSp add mod">
        <pc:chgData name="DIOURI Selma INNOV/DATAAI" userId="f0913d0a-fa3a-4d2c-a138-fffed5032ded" providerId="ADAL" clId="{D0A07705-45EC-4D76-A33A-D33AE026AAB7}" dt="2025-04-19T16:27:14.398" v="2754" actId="1076"/>
        <pc:sldMkLst>
          <pc:docMk/>
          <pc:sldMk cId="2441084277" sldId="415"/>
        </pc:sldMkLst>
        <pc:spChg chg="mod">
          <ac:chgData name="DIOURI Selma INNOV/DATAAI" userId="f0913d0a-fa3a-4d2c-a138-fffed5032ded" providerId="ADAL" clId="{D0A07705-45EC-4D76-A33A-D33AE026AAB7}" dt="2025-04-19T16:03:53.070" v="2685" actId="20577"/>
          <ac:spMkLst>
            <pc:docMk/>
            <pc:sldMk cId="2441084277" sldId="415"/>
            <ac:spMk id="2" creationId="{E26271D1-018C-386C-FAFA-755AA5E56297}"/>
          </ac:spMkLst>
        </pc:spChg>
        <pc:spChg chg="add mod">
          <ac:chgData name="DIOURI Selma INNOV/DATAAI" userId="f0913d0a-fa3a-4d2c-a138-fffed5032ded" providerId="ADAL" clId="{D0A07705-45EC-4D76-A33A-D33AE026AAB7}" dt="2025-04-19T16:24:36.311" v="2720" actId="20577"/>
          <ac:spMkLst>
            <pc:docMk/>
            <pc:sldMk cId="2441084277" sldId="415"/>
            <ac:spMk id="5" creationId="{A1A2A522-068D-2C05-1F57-A87F1FCE257B}"/>
          </ac:spMkLst>
        </pc:spChg>
        <pc:spChg chg="del">
          <ac:chgData name="DIOURI Selma INNOV/DATAAI" userId="f0913d0a-fa3a-4d2c-a138-fffed5032ded" providerId="ADAL" clId="{D0A07705-45EC-4D76-A33A-D33AE026AAB7}" dt="2025-04-11T16:21:00.739" v="82" actId="478"/>
          <ac:spMkLst>
            <pc:docMk/>
            <pc:sldMk cId="2441084277" sldId="415"/>
            <ac:spMk id="8" creationId="{645A3D2C-7F9D-30D6-17DE-760CAF635474}"/>
          </ac:spMkLst>
        </pc:spChg>
        <pc:spChg chg="add mod">
          <ac:chgData name="DIOURI Selma INNOV/DATAAI" userId="f0913d0a-fa3a-4d2c-a138-fffed5032ded" providerId="ADAL" clId="{D0A07705-45EC-4D76-A33A-D33AE026AAB7}" dt="2025-04-11T16:27:16.462" v="219" actId="108"/>
          <ac:spMkLst>
            <pc:docMk/>
            <pc:sldMk cId="2441084277" sldId="415"/>
            <ac:spMk id="9" creationId="{66A1A693-21E9-93D0-9F76-391CC61B7C07}"/>
          </ac:spMkLst>
        </pc:spChg>
        <pc:spChg chg="add mod">
          <ac:chgData name="DIOURI Selma INNOV/DATAAI" userId="f0913d0a-fa3a-4d2c-a138-fffed5032ded" providerId="ADAL" clId="{D0A07705-45EC-4D76-A33A-D33AE026AAB7}" dt="2025-04-19T16:27:14.398" v="2754" actId="1076"/>
          <ac:spMkLst>
            <pc:docMk/>
            <pc:sldMk cId="2441084277" sldId="415"/>
            <ac:spMk id="11" creationId="{6E5C0237-3B48-BF31-1528-EE5370C9C9EE}"/>
          </ac:spMkLst>
        </pc:spChg>
        <pc:picChg chg="del">
          <ac:chgData name="DIOURI Selma INNOV/DATAAI" userId="f0913d0a-fa3a-4d2c-a138-fffed5032ded" providerId="ADAL" clId="{D0A07705-45EC-4D76-A33A-D33AE026AAB7}" dt="2025-04-11T16:21:38.865" v="83" actId="478"/>
          <ac:picMkLst>
            <pc:docMk/>
            <pc:sldMk cId="2441084277" sldId="415"/>
            <ac:picMk id="3" creationId="{A5D3DD52-61AE-EF50-5324-DAEF85740760}"/>
          </ac:picMkLst>
        </pc:picChg>
        <pc:picChg chg="add mod">
          <ac:chgData name="DIOURI Selma INNOV/DATAAI" userId="f0913d0a-fa3a-4d2c-a138-fffed5032ded" providerId="ADAL" clId="{D0A07705-45EC-4D76-A33A-D33AE026AAB7}" dt="2025-04-19T16:24:44.387" v="2722" actId="1076"/>
          <ac:picMkLst>
            <pc:docMk/>
            <pc:sldMk cId="2441084277" sldId="415"/>
            <ac:picMk id="4" creationId="{2042A6D6-9612-F0CB-8ED3-8015B934EC7F}"/>
          </ac:picMkLst>
        </pc:picChg>
        <pc:picChg chg="add del mod">
          <ac:chgData name="DIOURI Selma INNOV/DATAAI" userId="f0913d0a-fa3a-4d2c-a138-fffed5032ded" providerId="ADAL" clId="{D0A07705-45EC-4D76-A33A-D33AE026AAB7}" dt="2025-04-19T16:06:19.406" v="2690" actId="478"/>
          <ac:picMkLst>
            <pc:docMk/>
            <pc:sldMk cId="2441084277" sldId="415"/>
            <ac:picMk id="6" creationId="{0727F533-BA02-B9B1-78CE-E790409F792C}"/>
          </ac:picMkLst>
        </pc:picChg>
        <pc:picChg chg="add mod">
          <ac:chgData name="DIOURI Selma INNOV/DATAAI" userId="f0913d0a-fa3a-4d2c-a138-fffed5032ded" providerId="ADAL" clId="{D0A07705-45EC-4D76-A33A-D33AE026AAB7}" dt="2025-04-19T16:22:01.977" v="2707" actId="1076"/>
          <ac:picMkLst>
            <pc:docMk/>
            <pc:sldMk cId="2441084277" sldId="415"/>
            <ac:picMk id="10" creationId="{25555FD8-E1D6-8EC9-2FAA-7E783D526FB4}"/>
          </ac:picMkLst>
        </pc:picChg>
        <pc:picChg chg="add del mod">
          <ac:chgData name="DIOURI Selma INNOV/DATAAI" userId="f0913d0a-fa3a-4d2c-a138-fffed5032ded" providerId="ADAL" clId="{D0A07705-45EC-4D76-A33A-D33AE026AAB7}" dt="2025-04-19T16:21:50.776" v="2703" actId="478"/>
          <ac:picMkLst>
            <pc:docMk/>
            <pc:sldMk cId="2441084277" sldId="415"/>
            <ac:picMk id="12" creationId="{617E689C-0AFF-8D5D-083C-659D5376337B}"/>
          </ac:picMkLst>
        </pc:picChg>
        <pc:cxnChg chg="add mod">
          <ac:chgData name="DIOURI Selma INNOV/DATAAI" userId="f0913d0a-fa3a-4d2c-a138-fffed5032ded" providerId="ADAL" clId="{D0A07705-45EC-4D76-A33A-D33AE026AAB7}" dt="2025-04-11T16:24:19.044" v="120"/>
          <ac:cxnSpMkLst>
            <pc:docMk/>
            <pc:sldMk cId="2441084277" sldId="415"/>
            <ac:cxnSpMk id="7" creationId="{642F1FC7-FA58-F0C5-82D3-6F3601F09799}"/>
          </ac:cxnSpMkLst>
        </pc:cxnChg>
      </pc:sldChg>
      <pc:sldChg chg="addSp delSp modSp add mod ord">
        <pc:chgData name="DIOURI Selma INNOV/DATAAI" userId="f0913d0a-fa3a-4d2c-a138-fffed5032ded" providerId="ADAL" clId="{D0A07705-45EC-4D76-A33A-D33AE026AAB7}" dt="2025-04-17T11:35:16.529" v="471" actId="1076"/>
        <pc:sldMkLst>
          <pc:docMk/>
          <pc:sldMk cId="801602706" sldId="416"/>
        </pc:sldMkLst>
        <pc:spChg chg="mod">
          <ac:chgData name="DIOURI Selma INNOV/DATAAI" userId="f0913d0a-fa3a-4d2c-a138-fffed5032ded" providerId="ADAL" clId="{D0A07705-45EC-4D76-A33A-D33AE026AAB7}" dt="2025-04-17T11:35:06.441" v="469" actId="14100"/>
          <ac:spMkLst>
            <pc:docMk/>
            <pc:sldMk cId="801602706" sldId="416"/>
            <ac:spMk id="2" creationId="{E26271D1-018C-386C-FAFA-755AA5E56297}"/>
          </ac:spMkLst>
        </pc:spChg>
        <pc:spChg chg="add del mod">
          <ac:chgData name="DIOURI Selma INNOV/DATAAI" userId="f0913d0a-fa3a-4d2c-a138-fffed5032ded" providerId="ADAL" clId="{D0A07705-45EC-4D76-A33A-D33AE026AAB7}" dt="2025-04-17T11:21:38.763" v="413" actId="478"/>
          <ac:spMkLst>
            <pc:docMk/>
            <pc:sldMk cId="801602706" sldId="416"/>
            <ac:spMk id="4" creationId="{394E63F5-35B5-0655-5CF2-E6006821FC61}"/>
          </ac:spMkLst>
        </pc:spChg>
        <pc:spChg chg="mod">
          <ac:chgData name="DIOURI Selma INNOV/DATAAI" userId="f0913d0a-fa3a-4d2c-a138-fffed5032ded" providerId="ADAL" clId="{D0A07705-45EC-4D76-A33A-D33AE026AAB7}" dt="2025-04-17T11:35:10.429" v="470" actId="1076"/>
          <ac:spMkLst>
            <pc:docMk/>
            <pc:sldMk cId="801602706" sldId="416"/>
            <ac:spMk id="5" creationId="{A1A2A522-068D-2C05-1F57-A87F1FCE257B}"/>
          </ac:spMkLst>
        </pc:spChg>
        <pc:spChg chg="del mod">
          <ac:chgData name="DIOURI Selma INNOV/DATAAI" userId="f0913d0a-fa3a-4d2c-a138-fffed5032ded" providerId="ADAL" clId="{D0A07705-45EC-4D76-A33A-D33AE026AAB7}" dt="2025-04-17T11:21:40.765" v="414" actId="478"/>
          <ac:spMkLst>
            <pc:docMk/>
            <pc:sldMk cId="801602706" sldId="416"/>
            <ac:spMk id="9" creationId="{66A1A693-21E9-93D0-9F76-391CC61B7C07}"/>
          </ac:spMkLst>
        </pc:spChg>
        <pc:spChg chg="del">
          <ac:chgData name="DIOURI Selma INNOV/DATAAI" userId="f0913d0a-fa3a-4d2c-a138-fffed5032ded" providerId="ADAL" clId="{D0A07705-45EC-4D76-A33A-D33AE026AAB7}" dt="2025-04-17T11:14:12.095" v="294" actId="478"/>
          <ac:spMkLst>
            <pc:docMk/>
            <pc:sldMk cId="801602706" sldId="416"/>
            <ac:spMk id="11" creationId="{6E5C0237-3B48-BF31-1528-EE5370C9C9EE}"/>
          </ac:spMkLst>
        </pc:spChg>
        <pc:picChg chg="del">
          <ac:chgData name="DIOURI Selma INNOV/DATAAI" userId="f0913d0a-fa3a-4d2c-a138-fffed5032ded" providerId="ADAL" clId="{D0A07705-45EC-4D76-A33A-D33AE026AAB7}" dt="2025-04-11T16:30:05.916" v="276" actId="478"/>
          <ac:picMkLst>
            <pc:docMk/>
            <pc:sldMk cId="801602706" sldId="416"/>
            <ac:picMk id="6" creationId="{0727F533-BA02-B9B1-78CE-E790409F792C}"/>
          </ac:picMkLst>
        </pc:picChg>
        <pc:picChg chg="add mod">
          <ac:chgData name="DIOURI Selma INNOV/DATAAI" userId="f0913d0a-fa3a-4d2c-a138-fffed5032ded" providerId="ADAL" clId="{D0A07705-45EC-4D76-A33A-D33AE026AAB7}" dt="2025-04-17T11:35:16.529" v="471" actId="1076"/>
          <ac:picMkLst>
            <pc:docMk/>
            <pc:sldMk cId="801602706" sldId="416"/>
            <ac:picMk id="6" creationId="{A52F90FE-73F1-B91D-6EF8-0A7FA3B59B48}"/>
          </ac:picMkLst>
        </pc:picChg>
        <pc:picChg chg="del">
          <ac:chgData name="DIOURI Selma INNOV/DATAAI" userId="f0913d0a-fa3a-4d2c-a138-fffed5032ded" providerId="ADAL" clId="{D0A07705-45EC-4D76-A33A-D33AE026AAB7}" dt="2025-04-11T16:30:06.554" v="277" actId="478"/>
          <ac:picMkLst>
            <pc:docMk/>
            <pc:sldMk cId="801602706" sldId="416"/>
            <ac:picMk id="12" creationId="{617E689C-0AFF-8D5D-083C-659D5376337B}"/>
          </ac:picMkLst>
        </pc:picChg>
        <pc:cxnChg chg="del">
          <ac:chgData name="DIOURI Selma INNOV/DATAAI" userId="f0913d0a-fa3a-4d2c-a138-fffed5032ded" providerId="ADAL" clId="{D0A07705-45EC-4D76-A33A-D33AE026AAB7}" dt="2025-04-17T11:21:41.992" v="415" actId="478"/>
          <ac:cxnSpMkLst>
            <pc:docMk/>
            <pc:sldMk cId="801602706" sldId="416"/>
            <ac:cxnSpMk id="7" creationId="{642F1FC7-FA58-F0C5-82D3-6F3601F09799}"/>
          </ac:cxnSpMkLst>
        </pc:cxnChg>
      </pc:sldChg>
      <pc:sldChg chg="addSp delSp modSp add mod">
        <pc:chgData name="DIOURI Selma INNOV/DATAAI" userId="f0913d0a-fa3a-4d2c-a138-fffed5032ded" providerId="ADAL" clId="{D0A07705-45EC-4D76-A33A-D33AE026AAB7}" dt="2025-04-17T18:48:55.975" v="1875" actId="1076"/>
        <pc:sldMkLst>
          <pc:docMk/>
          <pc:sldMk cId="2238954634" sldId="417"/>
        </pc:sldMkLst>
        <pc:spChg chg="del">
          <ac:chgData name="DIOURI Selma INNOV/DATAAI" userId="f0913d0a-fa3a-4d2c-a138-fffed5032ded" providerId="ADAL" clId="{D0A07705-45EC-4D76-A33A-D33AE026AAB7}" dt="2025-04-17T11:20:33.872" v="392" actId="478"/>
          <ac:spMkLst>
            <pc:docMk/>
            <pc:sldMk cId="2238954634" sldId="417"/>
            <ac:spMk id="2" creationId="{E26271D1-018C-386C-FAFA-755AA5E56297}"/>
          </ac:spMkLst>
        </pc:spChg>
        <pc:spChg chg="mod">
          <ac:chgData name="DIOURI Selma INNOV/DATAAI" userId="f0913d0a-fa3a-4d2c-a138-fffed5032ded" providerId="ADAL" clId="{D0A07705-45EC-4D76-A33A-D33AE026AAB7}" dt="2025-04-17T11:32:28.996" v="468" actId="1076"/>
          <ac:spMkLst>
            <pc:docMk/>
            <pc:sldMk cId="2238954634" sldId="417"/>
            <ac:spMk id="4" creationId="{394E63F5-35B5-0655-5CF2-E6006821FC61}"/>
          </ac:spMkLst>
        </pc:spChg>
        <pc:spChg chg="del">
          <ac:chgData name="DIOURI Selma INNOV/DATAAI" userId="f0913d0a-fa3a-4d2c-a138-fffed5032ded" providerId="ADAL" clId="{D0A07705-45EC-4D76-A33A-D33AE026AAB7}" dt="2025-04-17T11:20:35.153" v="393" actId="478"/>
          <ac:spMkLst>
            <pc:docMk/>
            <pc:sldMk cId="2238954634" sldId="417"/>
            <ac:spMk id="5" creationId="{A1A2A522-068D-2C05-1F57-A87F1FCE257B}"/>
          </ac:spMkLst>
        </pc:spChg>
        <pc:spChg chg="mod">
          <ac:chgData name="DIOURI Selma INNOV/DATAAI" userId="f0913d0a-fa3a-4d2c-a138-fffed5032ded" providerId="ADAL" clId="{D0A07705-45EC-4D76-A33A-D33AE026AAB7}" dt="2025-04-17T18:48:48.233" v="1874" actId="1076"/>
          <ac:spMkLst>
            <pc:docMk/>
            <pc:sldMk cId="2238954634" sldId="417"/>
            <ac:spMk id="9" creationId="{66A1A693-21E9-93D0-9F76-391CC61B7C07}"/>
          </ac:spMkLst>
        </pc:spChg>
        <pc:picChg chg="add mod">
          <ac:chgData name="DIOURI Selma INNOV/DATAAI" userId="f0913d0a-fa3a-4d2c-a138-fffed5032ded" providerId="ADAL" clId="{D0A07705-45EC-4D76-A33A-D33AE026AAB7}" dt="2025-04-17T18:48:55.975" v="1875" actId="1076"/>
          <ac:picMkLst>
            <pc:docMk/>
            <pc:sldMk cId="2238954634" sldId="417"/>
            <ac:picMk id="3" creationId="{98CC9116-DFFD-2B5F-700B-95E593E335B4}"/>
          </ac:picMkLst>
        </pc:picChg>
        <pc:picChg chg="del">
          <ac:chgData name="DIOURI Selma INNOV/DATAAI" userId="f0913d0a-fa3a-4d2c-a138-fffed5032ded" providerId="ADAL" clId="{D0A07705-45EC-4D76-A33A-D33AE026AAB7}" dt="2025-04-17T11:20:35.732" v="394" actId="478"/>
          <ac:picMkLst>
            <pc:docMk/>
            <pc:sldMk cId="2238954634" sldId="417"/>
            <ac:picMk id="6" creationId="{A52F90FE-73F1-B91D-6EF8-0A7FA3B59B48}"/>
          </ac:picMkLst>
        </pc:picChg>
        <pc:cxnChg chg="del">
          <ac:chgData name="DIOURI Selma INNOV/DATAAI" userId="f0913d0a-fa3a-4d2c-a138-fffed5032ded" providerId="ADAL" clId="{D0A07705-45EC-4D76-A33A-D33AE026AAB7}" dt="2025-04-17T11:20:36.660" v="395" actId="478"/>
          <ac:cxnSpMkLst>
            <pc:docMk/>
            <pc:sldMk cId="2238954634" sldId="417"/>
            <ac:cxnSpMk id="7" creationId="{642F1FC7-FA58-F0C5-82D3-6F3601F09799}"/>
          </ac:cxnSpMkLst>
        </pc:cxnChg>
      </pc:sldChg>
      <pc:sldChg chg="addSp delSp modSp add mod">
        <pc:chgData name="DIOURI Selma INNOV/DATAAI" userId="f0913d0a-fa3a-4d2c-a138-fffed5032ded" providerId="ADAL" clId="{D0A07705-45EC-4D76-A33A-D33AE026AAB7}" dt="2025-04-20T15:20:01.091" v="2778" actId="20577"/>
        <pc:sldMkLst>
          <pc:docMk/>
          <pc:sldMk cId="1212195951" sldId="418"/>
        </pc:sldMkLst>
        <pc:spChg chg="mod">
          <ac:chgData name="DIOURI Selma INNOV/DATAAI" userId="f0913d0a-fa3a-4d2c-a138-fffed5032ded" providerId="ADAL" clId="{D0A07705-45EC-4D76-A33A-D33AE026AAB7}" dt="2025-04-17T22:07:20.878" v="1906" actId="1037"/>
          <ac:spMkLst>
            <pc:docMk/>
            <pc:sldMk cId="1212195951" sldId="418"/>
            <ac:spMk id="4" creationId="{394E63F5-35B5-0655-5CF2-E6006821FC61}"/>
          </ac:spMkLst>
        </pc:spChg>
        <pc:spChg chg="mod">
          <ac:chgData name="DIOURI Selma INNOV/DATAAI" userId="f0913d0a-fa3a-4d2c-a138-fffed5032ded" providerId="ADAL" clId="{D0A07705-45EC-4D76-A33A-D33AE026AAB7}" dt="2025-04-20T15:20:01.091" v="2778" actId="20577"/>
          <ac:spMkLst>
            <pc:docMk/>
            <pc:sldMk cId="1212195951" sldId="418"/>
            <ac:spMk id="9" creationId="{66A1A693-21E9-93D0-9F76-391CC61B7C07}"/>
          </ac:spMkLst>
        </pc:spChg>
        <pc:picChg chg="add mod">
          <ac:chgData name="DIOURI Selma INNOV/DATAAI" userId="f0913d0a-fa3a-4d2c-a138-fffed5032ded" providerId="ADAL" clId="{D0A07705-45EC-4D76-A33A-D33AE026AAB7}" dt="2025-04-17T18:48:18.417" v="1869" actId="1076"/>
          <ac:picMkLst>
            <pc:docMk/>
            <pc:sldMk cId="1212195951" sldId="418"/>
            <ac:picMk id="2" creationId="{3CEACE13-FD82-8CC8-6399-2E47DEDDFA60}"/>
          </ac:picMkLst>
        </pc:picChg>
        <pc:picChg chg="del">
          <ac:chgData name="DIOURI Selma INNOV/DATAAI" userId="f0913d0a-fa3a-4d2c-a138-fffed5032ded" providerId="ADAL" clId="{D0A07705-45EC-4D76-A33A-D33AE026AAB7}" dt="2025-04-17T11:30:02.431" v="430" actId="478"/>
          <ac:picMkLst>
            <pc:docMk/>
            <pc:sldMk cId="1212195951" sldId="418"/>
            <ac:picMk id="3" creationId="{98CC9116-DFFD-2B5F-700B-95E593E335B4}"/>
          </ac:picMkLst>
        </pc:picChg>
      </pc:sldChg>
      <pc:sldChg chg="addSp delSp modSp add mod">
        <pc:chgData name="DIOURI Selma INNOV/DATAAI" userId="f0913d0a-fa3a-4d2c-a138-fffed5032ded" providerId="ADAL" clId="{D0A07705-45EC-4D76-A33A-D33AE026AAB7}" dt="2025-04-17T18:44:00.431" v="1764" actId="1076"/>
        <pc:sldMkLst>
          <pc:docMk/>
          <pc:sldMk cId="88225267" sldId="419"/>
        </pc:sldMkLst>
        <pc:spChg chg="del">
          <ac:chgData name="DIOURI Selma INNOV/DATAAI" userId="f0913d0a-fa3a-4d2c-a138-fffed5032ded" providerId="ADAL" clId="{D0A07705-45EC-4D76-A33A-D33AE026AAB7}" dt="2025-04-17T17:49:44.930" v="1230" actId="478"/>
          <ac:spMkLst>
            <pc:docMk/>
            <pc:sldMk cId="88225267" sldId="419"/>
            <ac:spMk id="5" creationId="{CBB8D490-DEED-149B-2595-CF92E63D2658}"/>
          </ac:spMkLst>
        </pc:spChg>
        <pc:spChg chg="add del mod">
          <ac:chgData name="DIOURI Selma INNOV/DATAAI" userId="f0913d0a-fa3a-4d2c-a138-fffed5032ded" providerId="ADAL" clId="{D0A07705-45EC-4D76-A33A-D33AE026AAB7}" dt="2025-04-17T18:01:29.694" v="1398" actId="478"/>
          <ac:spMkLst>
            <pc:docMk/>
            <pc:sldMk cId="88225267" sldId="419"/>
            <ac:spMk id="6" creationId="{7B126525-1B23-1B06-38F6-FAB50C774588}"/>
          </ac:spMkLst>
        </pc:spChg>
        <pc:spChg chg="mod">
          <ac:chgData name="DIOURI Selma INNOV/DATAAI" userId="f0913d0a-fa3a-4d2c-a138-fffed5032ded" providerId="ADAL" clId="{D0A07705-45EC-4D76-A33A-D33AE026AAB7}" dt="2025-04-17T18:27:51.913" v="1605" actId="1076"/>
          <ac:spMkLst>
            <pc:docMk/>
            <pc:sldMk cId="88225267" sldId="419"/>
            <ac:spMk id="7" creationId="{F70BD87D-F7DA-961B-4024-A354DC87D168}"/>
          </ac:spMkLst>
        </pc:spChg>
        <pc:spChg chg="add mod ord">
          <ac:chgData name="DIOURI Selma INNOV/DATAAI" userId="f0913d0a-fa3a-4d2c-a138-fffed5032ded" providerId="ADAL" clId="{D0A07705-45EC-4D76-A33A-D33AE026AAB7}" dt="2025-04-17T18:37:42.373" v="1721" actId="1076"/>
          <ac:spMkLst>
            <pc:docMk/>
            <pc:sldMk cId="88225267" sldId="419"/>
            <ac:spMk id="8" creationId="{373EEE59-A853-3FE8-FF25-E8EA667C2023}"/>
          </ac:spMkLst>
        </pc:spChg>
        <pc:spChg chg="del">
          <ac:chgData name="DIOURI Selma INNOV/DATAAI" userId="f0913d0a-fa3a-4d2c-a138-fffed5032ded" providerId="ADAL" clId="{D0A07705-45EC-4D76-A33A-D33AE026AAB7}" dt="2025-04-17T17:27:59.472" v="1103" actId="478"/>
          <ac:spMkLst>
            <pc:docMk/>
            <pc:sldMk cId="88225267" sldId="419"/>
            <ac:spMk id="12" creationId="{826CD8FB-031C-620C-A00C-9CA86522F4AA}"/>
          </ac:spMkLst>
        </pc:spChg>
        <pc:spChg chg="add mod">
          <ac:chgData name="DIOURI Selma INNOV/DATAAI" userId="f0913d0a-fa3a-4d2c-a138-fffed5032ded" providerId="ADAL" clId="{D0A07705-45EC-4D76-A33A-D33AE026AAB7}" dt="2025-04-17T18:27:51.913" v="1605" actId="1076"/>
          <ac:spMkLst>
            <pc:docMk/>
            <pc:sldMk cId="88225267" sldId="419"/>
            <ac:spMk id="13" creationId="{DFB2808D-6854-895C-AF9A-A3DECDAA161B}"/>
          </ac:spMkLst>
        </pc:spChg>
        <pc:spChg chg="del">
          <ac:chgData name="DIOURI Selma INNOV/DATAAI" userId="f0913d0a-fa3a-4d2c-a138-fffed5032ded" providerId="ADAL" clId="{D0A07705-45EC-4D76-A33A-D33AE026AAB7}" dt="2025-04-17T17:49:42.754" v="1229" actId="478"/>
          <ac:spMkLst>
            <pc:docMk/>
            <pc:sldMk cId="88225267" sldId="419"/>
            <ac:spMk id="14" creationId="{E1F0570A-8594-A1AE-C752-14AEB4883FD9}"/>
          </ac:spMkLst>
        </pc:spChg>
        <pc:spChg chg="add del mod">
          <ac:chgData name="DIOURI Selma INNOV/DATAAI" userId="f0913d0a-fa3a-4d2c-a138-fffed5032ded" providerId="ADAL" clId="{D0A07705-45EC-4D76-A33A-D33AE026AAB7}" dt="2025-04-17T18:43:51.052" v="1761" actId="1076"/>
          <ac:spMkLst>
            <pc:docMk/>
            <pc:sldMk cId="88225267" sldId="419"/>
            <ac:spMk id="15" creationId="{EEAB5C8C-E36A-47CE-48CA-3135D4B71858}"/>
          </ac:spMkLst>
        </pc:spChg>
        <pc:spChg chg="add mod ord">
          <ac:chgData name="DIOURI Selma INNOV/DATAAI" userId="f0913d0a-fa3a-4d2c-a138-fffed5032ded" providerId="ADAL" clId="{D0A07705-45EC-4D76-A33A-D33AE026AAB7}" dt="2025-04-17T18:43:55.904" v="1763" actId="1076"/>
          <ac:spMkLst>
            <pc:docMk/>
            <pc:sldMk cId="88225267" sldId="419"/>
            <ac:spMk id="16" creationId="{BD4B974A-3EA7-81BE-E945-41F8EBC5029A}"/>
          </ac:spMkLst>
        </pc:spChg>
        <pc:spChg chg="del">
          <ac:chgData name="DIOURI Selma INNOV/DATAAI" userId="f0913d0a-fa3a-4d2c-a138-fffed5032ded" providerId="ADAL" clId="{D0A07705-45EC-4D76-A33A-D33AE026AAB7}" dt="2025-04-17T17:27:52.558" v="1101" actId="478"/>
          <ac:spMkLst>
            <pc:docMk/>
            <pc:sldMk cId="88225267" sldId="419"/>
            <ac:spMk id="23" creationId="{831B222D-C42D-1181-90D8-405DDC0A9FBD}"/>
          </ac:spMkLst>
        </pc:spChg>
        <pc:spChg chg="del">
          <ac:chgData name="DIOURI Selma INNOV/DATAAI" userId="f0913d0a-fa3a-4d2c-a138-fffed5032ded" providerId="ADAL" clId="{D0A07705-45EC-4D76-A33A-D33AE026AAB7}" dt="2025-04-17T17:27:48.542" v="1099" actId="478"/>
          <ac:spMkLst>
            <pc:docMk/>
            <pc:sldMk cId="88225267" sldId="419"/>
            <ac:spMk id="26" creationId="{AD20C5EF-86D0-2C0C-7EAF-252D4C954577}"/>
          </ac:spMkLst>
        </pc:spChg>
        <pc:spChg chg="mod">
          <ac:chgData name="DIOURI Selma INNOV/DATAAI" userId="f0913d0a-fa3a-4d2c-a138-fffed5032ded" providerId="ADAL" clId="{D0A07705-45EC-4D76-A33A-D33AE026AAB7}" dt="2025-04-17T18:44:00.431" v="1764" actId="1076"/>
          <ac:spMkLst>
            <pc:docMk/>
            <pc:sldMk cId="88225267" sldId="419"/>
            <ac:spMk id="33" creationId="{A813A10D-4364-993A-2AD7-5F36517917D0}"/>
          </ac:spMkLst>
        </pc:spChg>
        <pc:spChg chg="mod">
          <ac:chgData name="DIOURI Selma INNOV/DATAAI" userId="f0913d0a-fa3a-4d2c-a138-fffed5032ded" providerId="ADAL" clId="{D0A07705-45EC-4D76-A33A-D33AE026AAB7}" dt="2025-04-17T18:44:00.431" v="1764" actId="1076"/>
          <ac:spMkLst>
            <pc:docMk/>
            <pc:sldMk cId="88225267" sldId="419"/>
            <ac:spMk id="35" creationId="{0F6605B7-3356-30D9-1392-887E8AB05DD0}"/>
          </ac:spMkLst>
        </pc:spChg>
        <pc:picChg chg="add del mod">
          <ac:chgData name="DIOURI Selma INNOV/DATAAI" userId="f0913d0a-fa3a-4d2c-a138-fffed5032ded" providerId="ADAL" clId="{D0A07705-45EC-4D76-A33A-D33AE026AAB7}" dt="2025-04-17T18:15:28.518" v="1431" actId="478"/>
          <ac:picMkLst>
            <pc:docMk/>
            <pc:sldMk cId="88225267" sldId="419"/>
            <ac:picMk id="10" creationId="{F9767E72-1405-E176-D26D-29C32BCAEB78}"/>
          </ac:picMkLst>
        </pc:picChg>
        <pc:picChg chg="add del mod">
          <ac:chgData name="DIOURI Selma INNOV/DATAAI" userId="f0913d0a-fa3a-4d2c-a138-fffed5032ded" providerId="ADAL" clId="{D0A07705-45EC-4D76-A33A-D33AE026AAB7}" dt="2025-04-17T18:25:30.430" v="1564" actId="478"/>
          <ac:picMkLst>
            <pc:docMk/>
            <pc:sldMk cId="88225267" sldId="419"/>
            <ac:picMk id="18" creationId="{4FEDE962-B7F6-5ACD-A75D-2261AF7F5EFF}"/>
          </ac:picMkLst>
        </pc:picChg>
        <pc:picChg chg="add del mod">
          <ac:chgData name="DIOURI Selma INNOV/DATAAI" userId="f0913d0a-fa3a-4d2c-a138-fffed5032ded" providerId="ADAL" clId="{D0A07705-45EC-4D76-A33A-D33AE026AAB7}" dt="2025-04-17T18:32:05.602" v="1698" actId="478"/>
          <ac:picMkLst>
            <pc:docMk/>
            <pc:sldMk cId="88225267" sldId="419"/>
            <ac:picMk id="28" creationId="{63EEFB66-ABFA-523B-780A-F7F29B1600D2}"/>
          </ac:picMkLst>
        </pc:picChg>
        <pc:picChg chg="add mod">
          <ac:chgData name="DIOURI Selma INNOV/DATAAI" userId="f0913d0a-fa3a-4d2c-a138-fffed5032ded" providerId="ADAL" clId="{D0A07705-45EC-4D76-A33A-D33AE026AAB7}" dt="2025-04-17T18:38:02.347" v="1728" actId="1076"/>
          <ac:picMkLst>
            <pc:docMk/>
            <pc:sldMk cId="88225267" sldId="419"/>
            <ac:picMk id="30" creationId="{270EC3AE-CCF6-CED8-EE5C-54C254ED327B}"/>
          </ac:picMkLst>
        </pc:picChg>
        <pc:picChg chg="mod">
          <ac:chgData name="DIOURI Selma INNOV/DATAAI" userId="f0913d0a-fa3a-4d2c-a138-fffed5032ded" providerId="ADAL" clId="{D0A07705-45EC-4D76-A33A-D33AE026AAB7}" dt="2025-04-17T18:44:00.431" v="1764" actId="1076"/>
          <ac:picMkLst>
            <pc:docMk/>
            <pc:sldMk cId="88225267" sldId="419"/>
            <ac:picMk id="37" creationId="{E7C1889D-4534-1E8E-3FC0-BE95E798A3B6}"/>
          </ac:picMkLst>
        </pc:picChg>
        <pc:cxnChg chg="del">
          <ac:chgData name="DIOURI Selma INNOV/DATAAI" userId="f0913d0a-fa3a-4d2c-a138-fffed5032ded" providerId="ADAL" clId="{D0A07705-45EC-4D76-A33A-D33AE026AAB7}" dt="2025-04-17T17:28:01.430" v="1104" actId="478"/>
          <ac:cxnSpMkLst>
            <pc:docMk/>
            <pc:sldMk cId="88225267" sldId="419"/>
            <ac:cxnSpMk id="11" creationId="{4967859F-8393-8113-29FD-DA27487A185D}"/>
          </ac:cxnSpMkLst>
        </pc:cxnChg>
        <pc:cxnChg chg="del">
          <ac:chgData name="DIOURI Selma INNOV/DATAAI" userId="f0913d0a-fa3a-4d2c-a138-fffed5032ded" providerId="ADAL" clId="{D0A07705-45EC-4D76-A33A-D33AE026AAB7}" dt="2025-04-17T17:27:55.016" v="1102" actId="478"/>
          <ac:cxnSpMkLst>
            <pc:docMk/>
            <pc:sldMk cId="88225267" sldId="419"/>
            <ac:cxnSpMk id="24" creationId="{36B6D3ED-D349-122D-2616-F6A69EAB0BCB}"/>
          </ac:cxnSpMkLst>
        </pc:cxnChg>
        <pc:cxnChg chg="del">
          <ac:chgData name="DIOURI Selma INNOV/DATAAI" userId="f0913d0a-fa3a-4d2c-a138-fffed5032ded" providerId="ADAL" clId="{D0A07705-45EC-4D76-A33A-D33AE026AAB7}" dt="2025-04-17T17:27:50.701" v="1100" actId="478"/>
          <ac:cxnSpMkLst>
            <pc:docMk/>
            <pc:sldMk cId="88225267" sldId="419"/>
            <ac:cxnSpMk id="27" creationId="{8B493D25-B4C9-54A7-27A0-C58201B1559B}"/>
          </ac:cxnSpMkLst>
        </pc:cxnChg>
      </pc:sldChg>
      <pc:sldChg chg="addSp delSp modSp add mod ord">
        <pc:chgData name="DIOURI Selma INNOV/DATAAI" userId="f0913d0a-fa3a-4d2c-a138-fffed5032ded" providerId="ADAL" clId="{D0A07705-45EC-4D76-A33A-D33AE026AAB7}" dt="2025-04-20T15:21:28.331" v="2783" actId="20577"/>
        <pc:sldMkLst>
          <pc:docMk/>
          <pc:sldMk cId="3404775735" sldId="420"/>
        </pc:sldMkLst>
        <pc:spChg chg="del">
          <ac:chgData name="DIOURI Selma INNOV/DATAAI" userId="f0913d0a-fa3a-4d2c-a138-fffed5032ded" providerId="ADAL" clId="{D0A07705-45EC-4D76-A33A-D33AE026AAB7}" dt="2025-04-17T22:50:43.610" v="2615" actId="478"/>
          <ac:spMkLst>
            <pc:docMk/>
            <pc:sldMk cId="3404775735" sldId="420"/>
            <ac:spMk id="2" creationId="{805346ED-721D-85EE-2F1B-A31D0912DE29}"/>
          </ac:spMkLst>
        </pc:spChg>
        <pc:spChg chg="add del mod">
          <ac:chgData name="DIOURI Selma INNOV/DATAAI" userId="f0913d0a-fa3a-4d2c-a138-fffed5032ded" providerId="ADAL" clId="{D0A07705-45EC-4D76-A33A-D33AE026AAB7}" dt="2025-04-17T22:50:57.006" v="2618" actId="478"/>
          <ac:spMkLst>
            <pc:docMk/>
            <pc:sldMk cId="3404775735" sldId="420"/>
            <ac:spMk id="4" creationId="{65569B87-0A32-3262-9058-7C5D97D23EFA}"/>
          </ac:spMkLst>
        </pc:spChg>
        <pc:spChg chg="add mod">
          <ac:chgData name="DIOURI Selma INNOV/DATAAI" userId="f0913d0a-fa3a-4d2c-a138-fffed5032ded" providerId="ADAL" clId="{D0A07705-45EC-4D76-A33A-D33AE026AAB7}" dt="2025-04-17T22:50:57.425" v="2619"/>
          <ac:spMkLst>
            <pc:docMk/>
            <pc:sldMk cId="3404775735" sldId="420"/>
            <ac:spMk id="5" creationId="{D57C710F-53E2-DABF-EB3F-5813BC2EE7F0}"/>
          </ac:spMkLst>
        </pc:spChg>
        <pc:spChg chg="add mod">
          <ac:chgData name="DIOURI Selma INNOV/DATAAI" userId="f0913d0a-fa3a-4d2c-a138-fffed5032ded" providerId="ADAL" clId="{D0A07705-45EC-4D76-A33A-D33AE026AAB7}" dt="2025-04-20T15:21:28.331" v="2783" actId="20577"/>
          <ac:spMkLst>
            <pc:docMk/>
            <pc:sldMk cId="3404775735" sldId="420"/>
            <ac:spMk id="6" creationId="{497EB378-442A-14A1-A4E0-94DFBEDDD1D1}"/>
          </ac:spMkLst>
        </pc:spChg>
        <pc:spChg chg="add mod">
          <ac:chgData name="DIOURI Selma INNOV/DATAAI" userId="f0913d0a-fa3a-4d2c-a138-fffed5032ded" providerId="ADAL" clId="{D0A07705-45EC-4D76-A33A-D33AE026AAB7}" dt="2025-04-17T22:51:31.147" v="2626"/>
          <ac:spMkLst>
            <pc:docMk/>
            <pc:sldMk cId="3404775735" sldId="420"/>
            <ac:spMk id="7" creationId="{4B6F8F74-2ABB-7B7A-F9A2-D92013A6D36D}"/>
          </ac:spMkLst>
        </pc:spChg>
        <pc:spChg chg="del">
          <ac:chgData name="DIOURI Selma INNOV/DATAAI" userId="f0913d0a-fa3a-4d2c-a138-fffed5032ded" providerId="ADAL" clId="{D0A07705-45EC-4D76-A33A-D33AE026AAB7}" dt="2025-04-17T22:50:48.608" v="2617" actId="478"/>
          <ac:spMkLst>
            <pc:docMk/>
            <pc:sldMk cId="3404775735" sldId="420"/>
            <ac:spMk id="19" creationId="{E5FA7A32-A5B0-5C1A-0E8E-BFB12B21FEA9}"/>
          </ac:spMkLst>
        </pc:spChg>
        <pc:graphicFrameChg chg="del">
          <ac:chgData name="DIOURI Selma INNOV/DATAAI" userId="f0913d0a-fa3a-4d2c-a138-fffed5032ded" providerId="ADAL" clId="{D0A07705-45EC-4D76-A33A-D33AE026AAB7}" dt="2025-04-17T22:50:45.989" v="2616" actId="478"/>
          <ac:graphicFrameMkLst>
            <pc:docMk/>
            <pc:sldMk cId="3404775735" sldId="420"/>
            <ac:graphicFrameMk id="13" creationId="{8FD9B964-FFF1-3F15-139E-14D63D28C781}"/>
          </ac:graphicFrameMkLst>
        </pc:graphicFrameChg>
        <pc:picChg chg="add mod">
          <ac:chgData name="DIOURI Selma INNOV/DATAAI" userId="f0913d0a-fa3a-4d2c-a138-fffed5032ded" providerId="ADAL" clId="{D0A07705-45EC-4D76-A33A-D33AE026AAB7}" dt="2025-04-17T22:51:31.147" v="2626"/>
          <ac:picMkLst>
            <pc:docMk/>
            <pc:sldMk cId="3404775735" sldId="420"/>
            <ac:picMk id="8" creationId="{428769BE-3EA7-580D-B3A3-0F11ADC42691}"/>
          </ac:picMkLst>
        </pc:picChg>
        <pc:picChg chg="del">
          <ac:chgData name="DIOURI Selma INNOV/DATAAI" userId="f0913d0a-fa3a-4d2c-a138-fffed5032ded" providerId="ADAL" clId="{D0A07705-45EC-4D76-A33A-D33AE026AAB7}" dt="2025-04-17T22:50:48.608" v="2617" actId="478"/>
          <ac:picMkLst>
            <pc:docMk/>
            <pc:sldMk cId="3404775735" sldId="420"/>
            <ac:picMk id="12" creationId="{6A82819F-CDB6-0DC5-C5CD-40E6B3214555}"/>
          </ac:picMkLst>
        </pc:picChg>
        <pc:picChg chg="del">
          <ac:chgData name="DIOURI Selma INNOV/DATAAI" userId="f0913d0a-fa3a-4d2c-a138-fffed5032ded" providerId="ADAL" clId="{D0A07705-45EC-4D76-A33A-D33AE026AAB7}" dt="2025-04-17T22:50:48.608" v="2617" actId="478"/>
          <ac:picMkLst>
            <pc:docMk/>
            <pc:sldMk cId="3404775735" sldId="420"/>
            <ac:picMk id="15" creationId="{47E88EC9-6A8B-A201-A493-29CF5A254C82}"/>
          </ac:picMkLst>
        </pc:picChg>
        <pc:picChg chg="del">
          <ac:chgData name="DIOURI Selma INNOV/DATAAI" userId="f0913d0a-fa3a-4d2c-a138-fffed5032ded" providerId="ADAL" clId="{D0A07705-45EC-4D76-A33A-D33AE026AAB7}" dt="2025-04-17T22:50:48.608" v="2617" actId="478"/>
          <ac:picMkLst>
            <pc:docMk/>
            <pc:sldMk cId="3404775735" sldId="420"/>
            <ac:picMk id="16" creationId="{E1DE6A45-557E-053D-E64B-7E57A724C093}"/>
          </ac:picMkLst>
        </pc:picChg>
        <pc:picChg chg="del">
          <ac:chgData name="DIOURI Selma INNOV/DATAAI" userId="f0913d0a-fa3a-4d2c-a138-fffed5032ded" providerId="ADAL" clId="{D0A07705-45EC-4D76-A33A-D33AE026AAB7}" dt="2025-04-17T22:50:48.608" v="2617" actId="478"/>
          <ac:picMkLst>
            <pc:docMk/>
            <pc:sldMk cId="3404775735" sldId="420"/>
            <ac:picMk id="18" creationId="{088BD977-3F45-4E08-D7B7-9193906A19E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7BFE9F-D12A-4DBD-B8A8-E12E8E92B6EC}" type="doc">
      <dgm:prSet loTypeId="urn:microsoft.com/office/officeart/2005/8/layout/vProcess5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BB16A04B-BD66-4FBD-8D73-31367282B0F1}">
      <dgm:prSet phldrT="[Texte]"/>
      <dgm:spPr/>
      <dgm:t>
        <a:bodyPr/>
        <a:lstStyle/>
        <a:p>
          <a:r>
            <a:rPr lang="fr-FR" dirty="0"/>
            <a:t>Dictionnaire des données </a:t>
          </a:r>
        </a:p>
      </dgm:t>
    </dgm:pt>
    <dgm:pt modelId="{0A8B84F7-1FA3-4454-8217-C205C8BB2B95}" type="parTrans" cxnId="{224B0107-EFC0-49D5-B955-952713D10A00}">
      <dgm:prSet/>
      <dgm:spPr/>
      <dgm:t>
        <a:bodyPr/>
        <a:lstStyle/>
        <a:p>
          <a:endParaRPr lang="fr-FR"/>
        </a:p>
      </dgm:t>
    </dgm:pt>
    <dgm:pt modelId="{6BE552A4-71A6-41BE-8C3C-216AED8E03F8}" type="sibTrans" cxnId="{224B0107-EFC0-49D5-B955-952713D10A00}">
      <dgm:prSet/>
      <dgm:spPr/>
      <dgm:t>
        <a:bodyPr/>
        <a:lstStyle/>
        <a:p>
          <a:endParaRPr lang="fr-FR"/>
        </a:p>
      </dgm:t>
    </dgm:pt>
    <dgm:pt modelId="{D1FCDB5E-3E99-4758-9BAE-941107772709}">
      <dgm:prSet phldrT="[Texte]"/>
      <dgm:spPr/>
      <dgm:t>
        <a:bodyPr/>
        <a:lstStyle/>
        <a:p>
          <a:r>
            <a:rPr lang="fr-FR" dirty="0"/>
            <a:t>Schéma relationnel </a:t>
          </a:r>
        </a:p>
      </dgm:t>
    </dgm:pt>
    <dgm:pt modelId="{90829F67-870B-4551-A862-D831FE0CB8D2}" type="parTrans" cxnId="{4C7243BD-D692-4187-B912-3AD3581D5867}">
      <dgm:prSet/>
      <dgm:spPr/>
      <dgm:t>
        <a:bodyPr/>
        <a:lstStyle/>
        <a:p>
          <a:endParaRPr lang="fr-FR"/>
        </a:p>
      </dgm:t>
    </dgm:pt>
    <dgm:pt modelId="{2C9F5BC4-2093-4CF8-9B09-C20BB5ABFC4F}" type="sibTrans" cxnId="{4C7243BD-D692-4187-B912-3AD3581D5867}">
      <dgm:prSet/>
      <dgm:spPr/>
      <dgm:t>
        <a:bodyPr/>
        <a:lstStyle/>
        <a:p>
          <a:endParaRPr lang="fr-FR"/>
        </a:p>
      </dgm:t>
    </dgm:pt>
    <dgm:pt modelId="{04FD087A-9B35-4ECB-8418-51438B2CB861}">
      <dgm:prSet phldrT="[Texte]"/>
      <dgm:spPr/>
      <dgm:t>
        <a:bodyPr/>
        <a:lstStyle/>
        <a:p>
          <a:r>
            <a:rPr lang="fr-FR" dirty="0"/>
            <a:t>Importation des données</a:t>
          </a:r>
        </a:p>
      </dgm:t>
    </dgm:pt>
    <dgm:pt modelId="{8DAF0C70-CECC-470E-9783-0BB759FB9CAD}" type="parTrans" cxnId="{8B03EF50-A085-4E2B-A164-528D88FC16F5}">
      <dgm:prSet/>
      <dgm:spPr/>
      <dgm:t>
        <a:bodyPr/>
        <a:lstStyle/>
        <a:p>
          <a:endParaRPr lang="fr-FR"/>
        </a:p>
      </dgm:t>
    </dgm:pt>
    <dgm:pt modelId="{D623B949-14D0-44AE-A250-EDFEA79C02DD}" type="sibTrans" cxnId="{8B03EF50-A085-4E2B-A164-528D88FC16F5}">
      <dgm:prSet/>
      <dgm:spPr/>
      <dgm:t>
        <a:bodyPr/>
        <a:lstStyle/>
        <a:p>
          <a:endParaRPr lang="fr-FR"/>
        </a:p>
      </dgm:t>
    </dgm:pt>
    <dgm:pt modelId="{AFE662E6-9ECD-421C-9E65-845065E7C765}">
      <dgm:prSet phldrT="[Texte]"/>
      <dgm:spPr/>
      <dgm:t>
        <a:bodyPr/>
        <a:lstStyle/>
        <a:p>
          <a:r>
            <a:rPr lang="fr-FR" dirty="0"/>
            <a:t>Requêtes</a:t>
          </a:r>
        </a:p>
      </dgm:t>
    </dgm:pt>
    <dgm:pt modelId="{2473133E-7E7C-45E7-A07E-1F8053D1B02B}" type="parTrans" cxnId="{1C90A839-A006-49A5-B087-76F9B305FADD}">
      <dgm:prSet/>
      <dgm:spPr/>
      <dgm:t>
        <a:bodyPr/>
        <a:lstStyle/>
        <a:p>
          <a:endParaRPr lang="fr-FR"/>
        </a:p>
      </dgm:t>
    </dgm:pt>
    <dgm:pt modelId="{92C115A0-4464-42AF-8B52-5A04EDBAE2AD}" type="sibTrans" cxnId="{1C90A839-A006-49A5-B087-76F9B305FADD}">
      <dgm:prSet/>
      <dgm:spPr/>
      <dgm:t>
        <a:bodyPr/>
        <a:lstStyle/>
        <a:p>
          <a:endParaRPr lang="fr-FR"/>
        </a:p>
      </dgm:t>
    </dgm:pt>
    <dgm:pt modelId="{A4C091DF-B3C1-49AC-A3AF-D3C8712691BA}">
      <dgm:prSet phldrT="[Texte]"/>
      <dgm:spPr/>
      <dgm:t>
        <a:bodyPr/>
        <a:lstStyle/>
        <a:p>
          <a:r>
            <a:rPr lang="fr-FR" dirty="0"/>
            <a:t>Préparation des tables</a:t>
          </a:r>
        </a:p>
      </dgm:t>
    </dgm:pt>
    <dgm:pt modelId="{A70D10EC-6B53-452F-8850-BF69CF67499C}" type="parTrans" cxnId="{4597C6CA-02C2-4E18-82AF-C01D4A32BE6C}">
      <dgm:prSet/>
      <dgm:spPr/>
      <dgm:t>
        <a:bodyPr/>
        <a:lstStyle/>
        <a:p>
          <a:endParaRPr lang="fr-FR"/>
        </a:p>
      </dgm:t>
    </dgm:pt>
    <dgm:pt modelId="{10C04276-1960-4E2D-AA90-A9D334922C42}" type="sibTrans" cxnId="{4597C6CA-02C2-4E18-82AF-C01D4A32BE6C}">
      <dgm:prSet/>
      <dgm:spPr/>
      <dgm:t>
        <a:bodyPr/>
        <a:lstStyle/>
        <a:p>
          <a:endParaRPr lang="fr-FR"/>
        </a:p>
      </dgm:t>
    </dgm:pt>
    <dgm:pt modelId="{23C535FC-C54A-460C-B574-153D35C7DBC9}" type="pres">
      <dgm:prSet presAssocID="{2D7BFE9F-D12A-4DBD-B8A8-E12E8E92B6EC}" presName="outerComposite" presStyleCnt="0">
        <dgm:presLayoutVars>
          <dgm:chMax val="5"/>
          <dgm:dir/>
          <dgm:resizeHandles val="exact"/>
        </dgm:presLayoutVars>
      </dgm:prSet>
      <dgm:spPr/>
    </dgm:pt>
    <dgm:pt modelId="{AC3A83AB-0DDF-4523-B2AF-54BC4BF3C824}" type="pres">
      <dgm:prSet presAssocID="{2D7BFE9F-D12A-4DBD-B8A8-E12E8E92B6EC}" presName="dummyMaxCanvas" presStyleCnt="0">
        <dgm:presLayoutVars/>
      </dgm:prSet>
      <dgm:spPr/>
    </dgm:pt>
    <dgm:pt modelId="{6D6DC27E-FFA5-4ED2-9569-E55E1BF3616D}" type="pres">
      <dgm:prSet presAssocID="{2D7BFE9F-D12A-4DBD-B8A8-E12E8E92B6EC}" presName="FiveNodes_1" presStyleLbl="node1" presStyleIdx="0" presStyleCnt="5">
        <dgm:presLayoutVars>
          <dgm:bulletEnabled val="1"/>
        </dgm:presLayoutVars>
      </dgm:prSet>
      <dgm:spPr/>
    </dgm:pt>
    <dgm:pt modelId="{DC0344B4-56F5-4598-9D92-D09F729C7216}" type="pres">
      <dgm:prSet presAssocID="{2D7BFE9F-D12A-4DBD-B8A8-E12E8E92B6EC}" presName="FiveNodes_2" presStyleLbl="node1" presStyleIdx="1" presStyleCnt="5">
        <dgm:presLayoutVars>
          <dgm:bulletEnabled val="1"/>
        </dgm:presLayoutVars>
      </dgm:prSet>
      <dgm:spPr/>
    </dgm:pt>
    <dgm:pt modelId="{5B21397F-F963-4C15-9F0E-152190E47991}" type="pres">
      <dgm:prSet presAssocID="{2D7BFE9F-D12A-4DBD-B8A8-E12E8E92B6EC}" presName="FiveNodes_3" presStyleLbl="node1" presStyleIdx="2" presStyleCnt="5">
        <dgm:presLayoutVars>
          <dgm:bulletEnabled val="1"/>
        </dgm:presLayoutVars>
      </dgm:prSet>
      <dgm:spPr/>
    </dgm:pt>
    <dgm:pt modelId="{33E8A36E-AAA1-46DC-B683-CD6146DB443E}" type="pres">
      <dgm:prSet presAssocID="{2D7BFE9F-D12A-4DBD-B8A8-E12E8E92B6EC}" presName="FiveNodes_4" presStyleLbl="node1" presStyleIdx="3" presStyleCnt="5">
        <dgm:presLayoutVars>
          <dgm:bulletEnabled val="1"/>
        </dgm:presLayoutVars>
      </dgm:prSet>
      <dgm:spPr/>
    </dgm:pt>
    <dgm:pt modelId="{39A74A68-1798-47F8-BAD5-70BA957AED23}" type="pres">
      <dgm:prSet presAssocID="{2D7BFE9F-D12A-4DBD-B8A8-E12E8E92B6EC}" presName="FiveNodes_5" presStyleLbl="node1" presStyleIdx="4" presStyleCnt="5">
        <dgm:presLayoutVars>
          <dgm:bulletEnabled val="1"/>
        </dgm:presLayoutVars>
      </dgm:prSet>
      <dgm:spPr/>
    </dgm:pt>
    <dgm:pt modelId="{EEEFE2A2-2E90-4E28-B42C-68732D8873F4}" type="pres">
      <dgm:prSet presAssocID="{2D7BFE9F-D12A-4DBD-B8A8-E12E8E92B6EC}" presName="FiveConn_1-2" presStyleLbl="fgAccFollowNode1" presStyleIdx="0" presStyleCnt="4">
        <dgm:presLayoutVars>
          <dgm:bulletEnabled val="1"/>
        </dgm:presLayoutVars>
      </dgm:prSet>
      <dgm:spPr/>
    </dgm:pt>
    <dgm:pt modelId="{4E09360E-AF8A-4F81-A0B8-25ED75C74D14}" type="pres">
      <dgm:prSet presAssocID="{2D7BFE9F-D12A-4DBD-B8A8-E12E8E92B6EC}" presName="FiveConn_2-3" presStyleLbl="fgAccFollowNode1" presStyleIdx="1" presStyleCnt="4">
        <dgm:presLayoutVars>
          <dgm:bulletEnabled val="1"/>
        </dgm:presLayoutVars>
      </dgm:prSet>
      <dgm:spPr/>
    </dgm:pt>
    <dgm:pt modelId="{B3CA4F83-E9CA-48DD-A704-D06FE6A22D22}" type="pres">
      <dgm:prSet presAssocID="{2D7BFE9F-D12A-4DBD-B8A8-E12E8E92B6EC}" presName="FiveConn_3-4" presStyleLbl="fgAccFollowNode1" presStyleIdx="2" presStyleCnt="4">
        <dgm:presLayoutVars>
          <dgm:bulletEnabled val="1"/>
        </dgm:presLayoutVars>
      </dgm:prSet>
      <dgm:spPr/>
    </dgm:pt>
    <dgm:pt modelId="{AAC9B6C3-8375-45E6-AE62-42BBA382CA66}" type="pres">
      <dgm:prSet presAssocID="{2D7BFE9F-D12A-4DBD-B8A8-E12E8E92B6EC}" presName="FiveConn_4-5" presStyleLbl="fgAccFollowNode1" presStyleIdx="3" presStyleCnt="4">
        <dgm:presLayoutVars>
          <dgm:bulletEnabled val="1"/>
        </dgm:presLayoutVars>
      </dgm:prSet>
      <dgm:spPr/>
    </dgm:pt>
    <dgm:pt modelId="{2084CFD5-60A6-4189-B5ED-F0A5993FF4F4}" type="pres">
      <dgm:prSet presAssocID="{2D7BFE9F-D12A-4DBD-B8A8-E12E8E92B6EC}" presName="FiveNodes_1_text" presStyleLbl="node1" presStyleIdx="4" presStyleCnt="5">
        <dgm:presLayoutVars>
          <dgm:bulletEnabled val="1"/>
        </dgm:presLayoutVars>
      </dgm:prSet>
      <dgm:spPr/>
    </dgm:pt>
    <dgm:pt modelId="{673F45E1-5A49-446A-9137-F597FED81A1E}" type="pres">
      <dgm:prSet presAssocID="{2D7BFE9F-D12A-4DBD-B8A8-E12E8E92B6EC}" presName="FiveNodes_2_text" presStyleLbl="node1" presStyleIdx="4" presStyleCnt="5">
        <dgm:presLayoutVars>
          <dgm:bulletEnabled val="1"/>
        </dgm:presLayoutVars>
      </dgm:prSet>
      <dgm:spPr/>
    </dgm:pt>
    <dgm:pt modelId="{A28006C7-1A44-46CB-83E1-393BC83C3067}" type="pres">
      <dgm:prSet presAssocID="{2D7BFE9F-D12A-4DBD-B8A8-E12E8E92B6EC}" presName="FiveNodes_3_text" presStyleLbl="node1" presStyleIdx="4" presStyleCnt="5">
        <dgm:presLayoutVars>
          <dgm:bulletEnabled val="1"/>
        </dgm:presLayoutVars>
      </dgm:prSet>
      <dgm:spPr/>
    </dgm:pt>
    <dgm:pt modelId="{DC7DA2BE-923D-4A72-8F76-07C60BBD0E3E}" type="pres">
      <dgm:prSet presAssocID="{2D7BFE9F-D12A-4DBD-B8A8-E12E8E92B6EC}" presName="FiveNodes_4_text" presStyleLbl="node1" presStyleIdx="4" presStyleCnt="5">
        <dgm:presLayoutVars>
          <dgm:bulletEnabled val="1"/>
        </dgm:presLayoutVars>
      </dgm:prSet>
      <dgm:spPr/>
    </dgm:pt>
    <dgm:pt modelId="{2BA234A3-6CB2-46E3-80B0-9856AAFE52D7}" type="pres">
      <dgm:prSet presAssocID="{2D7BFE9F-D12A-4DBD-B8A8-E12E8E92B6E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24B0107-EFC0-49D5-B955-952713D10A00}" srcId="{2D7BFE9F-D12A-4DBD-B8A8-E12E8E92B6EC}" destId="{BB16A04B-BD66-4FBD-8D73-31367282B0F1}" srcOrd="0" destOrd="0" parTransId="{0A8B84F7-1FA3-4454-8217-C205C8BB2B95}" sibTransId="{6BE552A4-71A6-41BE-8C3C-216AED8E03F8}"/>
    <dgm:cxn modelId="{BCD5050A-039D-49D2-B82B-9B77DE803A0D}" type="presOf" srcId="{04FD087A-9B35-4ECB-8418-51438B2CB861}" destId="{33E8A36E-AAA1-46DC-B683-CD6146DB443E}" srcOrd="0" destOrd="0" presId="urn:microsoft.com/office/officeart/2005/8/layout/vProcess5"/>
    <dgm:cxn modelId="{57C5C01D-5690-496D-8BE7-6EABB4D4B8C1}" type="presOf" srcId="{10C04276-1960-4E2D-AA90-A9D334922C42}" destId="{B3CA4F83-E9CA-48DD-A704-D06FE6A22D22}" srcOrd="0" destOrd="0" presId="urn:microsoft.com/office/officeart/2005/8/layout/vProcess5"/>
    <dgm:cxn modelId="{8E18191F-1464-4249-A615-AFC302DD55AC}" type="presOf" srcId="{BB16A04B-BD66-4FBD-8D73-31367282B0F1}" destId="{2084CFD5-60A6-4189-B5ED-F0A5993FF4F4}" srcOrd="1" destOrd="0" presId="urn:microsoft.com/office/officeart/2005/8/layout/vProcess5"/>
    <dgm:cxn modelId="{FED3142D-052A-45B7-A488-A5854EEA43EB}" type="presOf" srcId="{D1FCDB5E-3E99-4758-9BAE-941107772709}" destId="{673F45E1-5A49-446A-9137-F597FED81A1E}" srcOrd="1" destOrd="0" presId="urn:microsoft.com/office/officeart/2005/8/layout/vProcess5"/>
    <dgm:cxn modelId="{1E87FE30-6727-492F-B0A7-0C840F92BF20}" type="presOf" srcId="{AFE662E6-9ECD-421C-9E65-845065E7C765}" destId="{2BA234A3-6CB2-46E3-80B0-9856AAFE52D7}" srcOrd="1" destOrd="0" presId="urn:microsoft.com/office/officeart/2005/8/layout/vProcess5"/>
    <dgm:cxn modelId="{1C90A839-A006-49A5-B087-76F9B305FADD}" srcId="{2D7BFE9F-D12A-4DBD-B8A8-E12E8E92B6EC}" destId="{AFE662E6-9ECD-421C-9E65-845065E7C765}" srcOrd="4" destOrd="0" parTransId="{2473133E-7E7C-45E7-A07E-1F8053D1B02B}" sibTransId="{92C115A0-4464-42AF-8B52-5A04EDBAE2AD}"/>
    <dgm:cxn modelId="{35AF4567-C948-4B36-A31B-E70B294F69D0}" type="presOf" srcId="{AFE662E6-9ECD-421C-9E65-845065E7C765}" destId="{39A74A68-1798-47F8-BAD5-70BA957AED23}" srcOrd="0" destOrd="0" presId="urn:microsoft.com/office/officeart/2005/8/layout/vProcess5"/>
    <dgm:cxn modelId="{48687B70-5892-4528-BA60-01822DA58CD5}" type="presOf" srcId="{04FD087A-9B35-4ECB-8418-51438B2CB861}" destId="{DC7DA2BE-923D-4A72-8F76-07C60BBD0E3E}" srcOrd="1" destOrd="0" presId="urn:microsoft.com/office/officeart/2005/8/layout/vProcess5"/>
    <dgm:cxn modelId="{8B03EF50-A085-4E2B-A164-528D88FC16F5}" srcId="{2D7BFE9F-D12A-4DBD-B8A8-E12E8E92B6EC}" destId="{04FD087A-9B35-4ECB-8418-51438B2CB861}" srcOrd="3" destOrd="0" parTransId="{8DAF0C70-CECC-470E-9783-0BB759FB9CAD}" sibTransId="{D623B949-14D0-44AE-A250-EDFEA79C02DD}"/>
    <dgm:cxn modelId="{AE7C5055-6005-4AEB-A4CB-7C75575CF22E}" type="presOf" srcId="{D1FCDB5E-3E99-4758-9BAE-941107772709}" destId="{DC0344B4-56F5-4598-9D92-D09F729C7216}" srcOrd="0" destOrd="0" presId="urn:microsoft.com/office/officeart/2005/8/layout/vProcess5"/>
    <dgm:cxn modelId="{4B785376-615E-4B54-9C2D-843D9D097152}" type="presOf" srcId="{D623B949-14D0-44AE-A250-EDFEA79C02DD}" destId="{AAC9B6C3-8375-45E6-AE62-42BBA382CA66}" srcOrd="0" destOrd="0" presId="urn:microsoft.com/office/officeart/2005/8/layout/vProcess5"/>
    <dgm:cxn modelId="{B4B3AA8F-9BD2-4F16-AE7B-60C535E0C12A}" type="presOf" srcId="{A4C091DF-B3C1-49AC-A3AF-D3C8712691BA}" destId="{A28006C7-1A44-46CB-83E1-393BC83C3067}" srcOrd="1" destOrd="0" presId="urn:microsoft.com/office/officeart/2005/8/layout/vProcess5"/>
    <dgm:cxn modelId="{976020B6-ACE2-48EE-8D80-0DA7108D6196}" type="presOf" srcId="{2D7BFE9F-D12A-4DBD-B8A8-E12E8E92B6EC}" destId="{23C535FC-C54A-460C-B574-153D35C7DBC9}" srcOrd="0" destOrd="0" presId="urn:microsoft.com/office/officeart/2005/8/layout/vProcess5"/>
    <dgm:cxn modelId="{4C7243BD-D692-4187-B912-3AD3581D5867}" srcId="{2D7BFE9F-D12A-4DBD-B8A8-E12E8E92B6EC}" destId="{D1FCDB5E-3E99-4758-9BAE-941107772709}" srcOrd="1" destOrd="0" parTransId="{90829F67-870B-4551-A862-D831FE0CB8D2}" sibTransId="{2C9F5BC4-2093-4CF8-9B09-C20BB5ABFC4F}"/>
    <dgm:cxn modelId="{A63D8BC2-F100-49CA-9451-700F7EBB3487}" type="presOf" srcId="{A4C091DF-B3C1-49AC-A3AF-D3C8712691BA}" destId="{5B21397F-F963-4C15-9F0E-152190E47991}" srcOrd="0" destOrd="0" presId="urn:microsoft.com/office/officeart/2005/8/layout/vProcess5"/>
    <dgm:cxn modelId="{4597C6CA-02C2-4E18-82AF-C01D4A32BE6C}" srcId="{2D7BFE9F-D12A-4DBD-B8A8-E12E8E92B6EC}" destId="{A4C091DF-B3C1-49AC-A3AF-D3C8712691BA}" srcOrd="2" destOrd="0" parTransId="{A70D10EC-6B53-452F-8850-BF69CF67499C}" sibTransId="{10C04276-1960-4E2D-AA90-A9D334922C42}"/>
    <dgm:cxn modelId="{2F4E6CD4-B4FE-4620-8AED-59AF5AD261FB}" type="presOf" srcId="{6BE552A4-71A6-41BE-8C3C-216AED8E03F8}" destId="{EEEFE2A2-2E90-4E28-B42C-68732D8873F4}" srcOrd="0" destOrd="0" presId="urn:microsoft.com/office/officeart/2005/8/layout/vProcess5"/>
    <dgm:cxn modelId="{5AD157D8-51CC-433E-8FFD-08A2B8FA9EE8}" type="presOf" srcId="{2C9F5BC4-2093-4CF8-9B09-C20BB5ABFC4F}" destId="{4E09360E-AF8A-4F81-A0B8-25ED75C74D14}" srcOrd="0" destOrd="0" presId="urn:microsoft.com/office/officeart/2005/8/layout/vProcess5"/>
    <dgm:cxn modelId="{119B33E5-665C-485B-BAC2-48AB500B4A88}" type="presOf" srcId="{BB16A04B-BD66-4FBD-8D73-31367282B0F1}" destId="{6D6DC27E-FFA5-4ED2-9569-E55E1BF3616D}" srcOrd="0" destOrd="0" presId="urn:microsoft.com/office/officeart/2005/8/layout/vProcess5"/>
    <dgm:cxn modelId="{F520FA6C-33DE-455D-908B-2F0DF80C375E}" type="presParOf" srcId="{23C535FC-C54A-460C-B574-153D35C7DBC9}" destId="{AC3A83AB-0DDF-4523-B2AF-54BC4BF3C824}" srcOrd="0" destOrd="0" presId="urn:microsoft.com/office/officeart/2005/8/layout/vProcess5"/>
    <dgm:cxn modelId="{C8086EBC-A982-4517-BB34-36CA902DD78A}" type="presParOf" srcId="{23C535FC-C54A-460C-B574-153D35C7DBC9}" destId="{6D6DC27E-FFA5-4ED2-9569-E55E1BF3616D}" srcOrd="1" destOrd="0" presId="urn:microsoft.com/office/officeart/2005/8/layout/vProcess5"/>
    <dgm:cxn modelId="{5E42DE97-D019-47CE-B213-8FB93C59DB5C}" type="presParOf" srcId="{23C535FC-C54A-460C-B574-153D35C7DBC9}" destId="{DC0344B4-56F5-4598-9D92-D09F729C7216}" srcOrd="2" destOrd="0" presId="urn:microsoft.com/office/officeart/2005/8/layout/vProcess5"/>
    <dgm:cxn modelId="{82B551D4-349F-42C1-9012-50D61156425D}" type="presParOf" srcId="{23C535FC-C54A-460C-B574-153D35C7DBC9}" destId="{5B21397F-F963-4C15-9F0E-152190E47991}" srcOrd="3" destOrd="0" presId="urn:microsoft.com/office/officeart/2005/8/layout/vProcess5"/>
    <dgm:cxn modelId="{6B4800C1-20A8-4599-84A6-C4F84A03DDBD}" type="presParOf" srcId="{23C535FC-C54A-460C-B574-153D35C7DBC9}" destId="{33E8A36E-AAA1-46DC-B683-CD6146DB443E}" srcOrd="4" destOrd="0" presId="urn:microsoft.com/office/officeart/2005/8/layout/vProcess5"/>
    <dgm:cxn modelId="{27BF35A1-C9B2-4D84-9B9E-49A7A181156E}" type="presParOf" srcId="{23C535FC-C54A-460C-B574-153D35C7DBC9}" destId="{39A74A68-1798-47F8-BAD5-70BA957AED23}" srcOrd="5" destOrd="0" presId="urn:microsoft.com/office/officeart/2005/8/layout/vProcess5"/>
    <dgm:cxn modelId="{2CF8A544-1A15-45AA-BD9F-080FA93B7B08}" type="presParOf" srcId="{23C535FC-C54A-460C-B574-153D35C7DBC9}" destId="{EEEFE2A2-2E90-4E28-B42C-68732D8873F4}" srcOrd="6" destOrd="0" presId="urn:microsoft.com/office/officeart/2005/8/layout/vProcess5"/>
    <dgm:cxn modelId="{9D03EEF0-719E-43A4-B175-77FDFE5F022B}" type="presParOf" srcId="{23C535FC-C54A-460C-B574-153D35C7DBC9}" destId="{4E09360E-AF8A-4F81-A0B8-25ED75C74D14}" srcOrd="7" destOrd="0" presId="urn:microsoft.com/office/officeart/2005/8/layout/vProcess5"/>
    <dgm:cxn modelId="{A8611E66-3C6F-4C50-9E7A-0CF5D32ADC15}" type="presParOf" srcId="{23C535FC-C54A-460C-B574-153D35C7DBC9}" destId="{B3CA4F83-E9CA-48DD-A704-D06FE6A22D22}" srcOrd="8" destOrd="0" presId="urn:microsoft.com/office/officeart/2005/8/layout/vProcess5"/>
    <dgm:cxn modelId="{C49FDFA4-22C0-4D33-A1B2-D1C9D63A6E03}" type="presParOf" srcId="{23C535FC-C54A-460C-B574-153D35C7DBC9}" destId="{AAC9B6C3-8375-45E6-AE62-42BBA382CA66}" srcOrd="9" destOrd="0" presId="urn:microsoft.com/office/officeart/2005/8/layout/vProcess5"/>
    <dgm:cxn modelId="{65743D34-EBDF-4D71-84B9-8134E21FF149}" type="presParOf" srcId="{23C535FC-C54A-460C-B574-153D35C7DBC9}" destId="{2084CFD5-60A6-4189-B5ED-F0A5993FF4F4}" srcOrd="10" destOrd="0" presId="urn:microsoft.com/office/officeart/2005/8/layout/vProcess5"/>
    <dgm:cxn modelId="{DA689FF5-ED72-4389-98D5-5DA57F92157C}" type="presParOf" srcId="{23C535FC-C54A-460C-B574-153D35C7DBC9}" destId="{673F45E1-5A49-446A-9137-F597FED81A1E}" srcOrd="11" destOrd="0" presId="urn:microsoft.com/office/officeart/2005/8/layout/vProcess5"/>
    <dgm:cxn modelId="{59E8E086-BB9F-48A7-ABCD-067CFAB56582}" type="presParOf" srcId="{23C535FC-C54A-460C-B574-153D35C7DBC9}" destId="{A28006C7-1A44-46CB-83E1-393BC83C3067}" srcOrd="12" destOrd="0" presId="urn:microsoft.com/office/officeart/2005/8/layout/vProcess5"/>
    <dgm:cxn modelId="{9A255BBC-E3EA-42B3-9DD0-5FBAEBA6F4C3}" type="presParOf" srcId="{23C535FC-C54A-460C-B574-153D35C7DBC9}" destId="{DC7DA2BE-923D-4A72-8F76-07C60BBD0E3E}" srcOrd="13" destOrd="0" presId="urn:microsoft.com/office/officeart/2005/8/layout/vProcess5"/>
    <dgm:cxn modelId="{A4120146-A584-42EB-8074-7B8170C4E698}" type="presParOf" srcId="{23C535FC-C54A-460C-B574-153D35C7DBC9}" destId="{2BA234A3-6CB2-46E3-80B0-9856AAFE52D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6DC27E-FFA5-4ED2-9569-E55E1BF3616D}">
      <dsp:nvSpPr>
        <dsp:cNvPr id="0" name=""/>
        <dsp:cNvSpPr/>
      </dsp:nvSpPr>
      <dsp:spPr>
        <a:xfrm>
          <a:off x="0" y="0"/>
          <a:ext cx="5757018" cy="5874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Dictionnaire des données </a:t>
          </a:r>
        </a:p>
      </dsp:txBody>
      <dsp:txXfrm>
        <a:off x="17207" y="17207"/>
        <a:ext cx="5054325" cy="553083"/>
      </dsp:txXfrm>
    </dsp:sp>
    <dsp:sp modelId="{DC0344B4-56F5-4598-9D92-D09F729C7216}">
      <dsp:nvSpPr>
        <dsp:cNvPr id="0" name=""/>
        <dsp:cNvSpPr/>
      </dsp:nvSpPr>
      <dsp:spPr>
        <a:xfrm>
          <a:off x="429907" y="669094"/>
          <a:ext cx="5757018" cy="5874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Schéma relationnel </a:t>
          </a:r>
        </a:p>
      </dsp:txBody>
      <dsp:txXfrm>
        <a:off x="447114" y="686301"/>
        <a:ext cx="4910823" cy="553083"/>
      </dsp:txXfrm>
    </dsp:sp>
    <dsp:sp modelId="{5B21397F-F963-4C15-9F0E-152190E47991}">
      <dsp:nvSpPr>
        <dsp:cNvPr id="0" name=""/>
        <dsp:cNvSpPr/>
      </dsp:nvSpPr>
      <dsp:spPr>
        <a:xfrm>
          <a:off x="859814" y="1338189"/>
          <a:ext cx="5757018" cy="5874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Préparation des tables</a:t>
          </a:r>
        </a:p>
      </dsp:txBody>
      <dsp:txXfrm>
        <a:off x="877021" y="1355396"/>
        <a:ext cx="4910823" cy="553083"/>
      </dsp:txXfrm>
    </dsp:sp>
    <dsp:sp modelId="{33E8A36E-AAA1-46DC-B683-CD6146DB443E}">
      <dsp:nvSpPr>
        <dsp:cNvPr id="0" name=""/>
        <dsp:cNvSpPr/>
      </dsp:nvSpPr>
      <dsp:spPr>
        <a:xfrm>
          <a:off x="1289721" y="2007284"/>
          <a:ext cx="5757018" cy="5874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Importation des données</a:t>
          </a:r>
        </a:p>
      </dsp:txBody>
      <dsp:txXfrm>
        <a:off x="1306928" y="2024491"/>
        <a:ext cx="4910823" cy="553083"/>
      </dsp:txXfrm>
    </dsp:sp>
    <dsp:sp modelId="{39A74A68-1798-47F8-BAD5-70BA957AED23}">
      <dsp:nvSpPr>
        <dsp:cNvPr id="0" name=""/>
        <dsp:cNvSpPr/>
      </dsp:nvSpPr>
      <dsp:spPr>
        <a:xfrm>
          <a:off x="1719628" y="2676379"/>
          <a:ext cx="5757018" cy="5874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Requêtes</a:t>
          </a:r>
        </a:p>
      </dsp:txBody>
      <dsp:txXfrm>
        <a:off x="1736835" y="2693586"/>
        <a:ext cx="4910823" cy="553083"/>
      </dsp:txXfrm>
    </dsp:sp>
    <dsp:sp modelId="{EEEFE2A2-2E90-4E28-B42C-68732D8873F4}">
      <dsp:nvSpPr>
        <dsp:cNvPr id="0" name=""/>
        <dsp:cNvSpPr/>
      </dsp:nvSpPr>
      <dsp:spPr>
        <a:xfrm>
          <a:off x="5375144" y="429199"/>
          <a:ext cx="381873" cy="381873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>
        <a:off x="5461065" y="429199"/>
        <a:ext cx="210031" cy="287359"/>
      </dsp:txXfrm>
    </dsp:sp>
    <dsp:sp modelId="{4E09360E-AF8A-4F81-A0B8-25ED75C74D14}">
      <dsp:nvSpPr>
        <dsp:cNvPr id="0" name=""/>
        <dsp:cNvSpPr/>
      </dsp:nvSpPr>
      <dsp:spPr>
        <a:xfrm>
          <a:off x="5805051" y="1098294"/>
          <a:ext cx="381873" cy="381873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>
        <a:off x="5890972" y="1098294"/>
        <a:ext cx="210031" cy="287359"/>
      </dsp:txXfrm>
    </dsp:sp>
    <dsp:sp modelId="{B3CA4F83-E9CA-48DD-A704-D06FE6A22D22}">
      <dsp:nvSpPr>
        <dsp:cNvPr id="0" name=""/>
        <dsp:cNvSpPr/>
      </dsp:nvSpPr>
      <dsp:spPr>
        <a:xfrm>
          <a:off x="6234958" y="1757597"/>
          <a:ext cx="381873" cy="381873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>
        <a:off x="6320879" y="1757597"/>
        <a:ext cx="210031" cy="287359"/>
      </dsp:txXfrm>
    </dsp:sp>
    <dsp:sp modelId="{AAC9B6C3-8375-45E6-AE62-42BBA382CA66}">
      <dsp:nvSpPr>
        <dsp:cNvPr id="0" name=""/>
        <dsp:cNvSpPr/>
      </dsp:nvSpPr>
      <dsp:spPr>
        <a:xfrm>
          <a:off x="6664866" y="2433220"/>
          <a:ext cx="381873" cy="381873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>
        <a:off x="6750787" y="2433220"/>
        <a:ext cx="210031" cy="2873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7829D4B-412A-499A-8D4F-B904ADB5D0BE}" type="datetime1">
              <a:rPr lang="fr-FR" smtClean="0"/>
              <a:t>20/04/2025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2C230DF-5933-439D-898F-38E9AC9BA688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CE360E1-1F2F-4ECC-8A8D-37670FD54F5F}" type="datetime1">
              <a:rPr lang="fr-FR" smtClean="0"/>
              <a:t>20/04/2025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A89C7E07-3C67-C64C-8DA0-0404F630397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8870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1164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e automatiqu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 spc="50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fr-F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42" name="Espace réservé de la date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l’icône pour ajouter une image</a:t>
            </a:r>
          </a:p>
        </p:txBody>
      </p: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e libre 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9436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e automatiqu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Forme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Forme libre 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fr-F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fr-F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endParaRPr lang="fr-FR" dirty="0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551700" y="3429000"/>
            <a:ext cx="2959226" cy="2959226"/>
            <a:chOff x="0" y="12289"/>
            <a:chExt cx="3550" cy="3551"/>
          </a:xfrm>
        </p:grpSpPr>
        <p:sp>
          <p:nvSpPr>
            <p:cNvPr id="9" name="Forme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Forme libre 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457200" indent="0">
              <a:spcBef>
                <a:spcPts val="1800"/>
              </a:spcBef>
              <a:buNone/>
              <a:defRPr lang="fr-FR" sz="2000"/>
            </a:lvl2pPr>
            <a:lvl3pPr marL="914400" indent="0">
              <a:spcBef>
                <a:spcPts val="1800"/>
              </a:spcBef>
              <a:buNone/>
              <a:defRPr lang="fr-FR" sz="2000"/>
            </a:lvl3pPr>
            <a:lvl4pPr marL="1371600" indent="0">
              <a:spcBef>
                <a:spcPts val="1800"/>
              </a:spcBef>
              <a:buNone/>
              <a:defRPr lang="fr-FR" sz="2000"/>
            </a:lvl4pPr>
            <a:lvl5pPr marL="1828800" indent="0">
              <a:spcBef>
                <a:spcPts val="1800"/>
              </a:spcBef>
              <a:buNone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34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>
              <a:spcBef>
                <a:spcPts val="18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9" name="Espace réservé du tableau 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fr-FR"/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0" name="Espace réservé de la date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0E6D16-3033-34F5-7A7B-E80D90339F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49913" y="6672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12" r:id="rId11"/>
    <p:sldLayoutId id="2147483705" r:id="rId12"/>
    <p:sldLayoutId id="2147483704" r:id="rId13"/>
    <p:sldLayoutId id="2147483703" r:id="rId14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e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1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2390" y="2355276"/>
            <a:ext cx="5645721" cy="52321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5400" b="0" i="0" dirty="0">
                <a:solidFill>
                  <a:srgbClr val="271A38"/>
                </a:solidFill>
                <a:effectLst/>
              </a:rPr>
              <a:t>Projet </a:t>
            </a:r>
            <a:r>
              <a:rPr lang="fr-FR" sz="5400" b="0" i="0" dirty="0" err="1">
                <a:solidFill>
                  <a:srgbClr val="271A38"/>
                </a:solidFill>
                <a:effectLst/>
              </a:rPr>
              <a:t>DATAImmo</a:t>
            </a:r>
            <a:endParaRPr lang="fr-FR" sz="54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42F9B36-A471-B075-B347-D54E02AF9594}"/>
              </a:ext>
            </a:extLst>
          </p:cNvPr>
          <p:cNvSpPr txBox="1"/>
          <p:nvPr/>
        </p:nvSpPr>
        <p:spPr>
          <a:xfrm>
            <a:off x="501520" y="166666"/>
            <a:ext cx="25775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0" dirty="0">
                <a:solidFill>
                  <a:srgbClr val="271A38"/>
                </a:solidFill>
                <a:effectLst/>
                <a:latin typeface="+mj-lt"/>
              </a:rPr>
              <a:t>Laplace </a:t>
            </a:r>
            <a:r>
              <a:rPr lang="fr-FR" sz="2800" b="1" i="0" dirty="0" err="1">
                <a:solidFill>
                  <a:srgbClr val="271A38"/>
                </a:solidFill>
                <a:effectLst/>
                <a:latin typeface="+mj-lt"/>
              </a:rPr>
              <a:t>Immo</a:t>
            </a:r>
            <a:endParaRPr lang="fr-FR" sz="2800" b="1" dirty="0"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4081F84-F145-2220-0769-E4C7E9B8227C}"/>
              </a:ext>
            </a:extLst>
          </p:cNvPr>
          <p:cNvSpPr txBox="1"/>
          <p:nvPr/>
        </p:nvSpPr>
        <p:spPr>
          <a:xfrm>
            <a:off x="6222390" y="3013501"/>
            <a:ext cx="62857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0" dirty="0">
                <a:solidFill>
                  <a:srgbClr val="271A38"/>
                </a:solidFill>
                <a:latin typeface="Inter"/>
              </a:rPr>
              <a:t>A</a:t>
            </a:r>
            <a:r>
              <a:rPr lang="fr-FR" sz="2400" b="0" i="0" dirty="0">
                <a:solidFill>
                  <a:srgbClr val="271A38"/>
                </a:solidFill>
                <a:effectLst/>
                <a:latin typeface="Inter"/>
              </a:rPr>
              <a:t>nalyse des transactions immobilières </a:t>
            </a:r>
          </a:p>
          <a:p>
            <a:r>
              <a:rPr lang="fr-FR" sz="2400" b="0" i="0" dirty="0">
                <a:solidFill>
                  <a:srgbClr val="271A38"/>
                </a:solidFill>
                <a:effectLst/>
                <a:latin typeface="Inter"/>
              </a:rPr>
              <a:t>du 1</a:t>
            </a:r>
            <a:r>
              <a:rPr lang="fr-FR" sz="2400" b="0" i="0" baseline="30000" dirty="0">
                <a:solidFill>
                  <a:srgbClr val="271A38"/>
                </a:solidFill>
                <a:effectLst/>
                <a:latin typeface="Inter"/>
              </a:rPr>
              <a:t>er</a:t>
            </a:r>
            <a:r>
              <a:rPr lang="fr-FR" sz="2400" b="0" i="0" dirty="0">
                <a:solidFill>
                  <a:srgbClr val="271A38"/>
                </a:solidFill>
                <a:effectLst/>
                <a:latin typeface="Inter"/>
              </a:rPr>
              <a:t> semestre 2020</a:t>
            </a:r>
            <a:endParaRPr lang="fr-FR" sz="2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32DAE87-51CC-0DD5-0F69-98C29D461A32}"/>
              </a:ext>
            </a:extLst>
          </p:cNvPr>
          <p:cNvSpPr txBox="1"/>
          <p:nvPr/>
        </p:nvSpPr>
        <p:spPr>
          <a:xfrm>
            <a:off x="9884230" y="5880111"/>
            <a:ext cx="23077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i="0" dirty="0">
                <a:solidFill>
                  <a:srgbClr val="271A38"/>
                </a:solidFill>
                <a:effectLst/>
                <a:latin typeface="Inter"/>
              </a:rPr>
              <a:t>Selma DIOURI </a:t>
            </a:r>
            <a:r>
              <a:rPr lang="fr-FR" sz="2400" dirty="0">
                <a:solidFill>
                  <a:srgbClr val="271A38"/>
                </a:solidFill>
                <a:latin typeface="Inter"/>
              </a:rPr>
              <a:t>D</a:t>
            </a:r>
            <a:r>
              <a:rPr lang="fr-FR" sz="2400" i="0" dirty="0">
                <a:solidFill>
                  <a:srgbClr val="271A38"/>
                </a:solidFill>
                <a:effectLst/>
                <a:latin typeface="Inter"/>
              </a:rPr>
              <a:t>ata </a:t>
            </a:r>
            <a:r>
              <a:rPr lang="fr-FR" sz="2400" dirty="0" err="1">
                <a:solidFill>
                  <a:srgbClr val="271A38"/>
                </a:solidFill>
                <a:latin typeface="Inter"/>
              </a:rPr>
              <a:t>A</a:t>
            </a:r>
            <a:r>
              <a:rPr lang="fr-FR" sz="2400" i="0" dirty="0" err="1">
                <a:solidFill>
                  <a:srgbClr val="271A38"/>
                </a:solidFill>
                <a:effectLst/>
                <a:latin typeface="Inter"/>
              </a:rPr>
              <a:t>nalyst</a:t>
            </a:r>
            <a:endParaRPr lang="fr-FR" sz="2400" dirty="0"/>
          </a:p>
        </p:txBody>
      </p:sp>
      <p:pic>
        <p:nvPicPr>
          <p:cNvPr id="9" name="Graphique 8" descr="Maison1 contour">
            <a:extLst>
              <a:ext uri="{FF2B5EF4-FFF2-40B4-BE49-F238E27FC236}">
                <a16:creationId xmlns:a16="http://schemas.microsoft.com/office/drawing/2014/main" id="{F62696E7-25B4-ED21-A770-81F1402FC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2704" y="121299"/>
            <a:ext cx="523221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SOMMAIRE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4" y="2281238"/>
            <a:ext cx="7282949" cy="3709987"/>
          </a:xfrm>
        </p:spPr>
        <p:txBody>
          <a:bodyPr tIns="457200" rtlCol="0"/>
          <a:lstStyle>
            <a:defPPr>
              <a:defRPr lang="fr-FR"/>
            </a:defPPr>
          </a:lstStyle>
          <a:p>
            <a:pPr rtl="0"/>
            <a:r>
              <a:rPr lang="fr-FR" dirty="0"/>
              <a:t>Contexte du projet </a:t>
            </a:r>
            <a:r>
              <a:rPr lang="fr-FR" dirty="0" err="1"/>
              <a:t>DATAImmo</a:t>
            </a:r>
            <a:endParaRPr lang="fr-FR" dirty="0"/>
          </a:p>
          <a:p>
            <a:pPr rtl="0"/>
            <a:r>
              <a:rPr lang="fr-FR" dirty="0"/>
              <a:t>Données initiales (RGPD, dictionnaire des données) </a:t>
            </a:r>
          </a:p>
          <a:p>
            <a:pPr rtl="0"/>
            <a:r>
              <a:rPr lang="fr-FR" dirty="0"/>
              <a:t>Schéma relationnel normalisé</a:t>
            </a:r>
          </a:p>
          <a:p>
            <a:pPr rtl="0"/>
            <a:r>
              <a:rPr lang="fr-FR" dirty="0"/>
              <a:t>Les requêtes</a:t>
            </a:r>
          </a:p>
          <a:p>
            <a:pPr rtl="0"/>
            <a:r>
              <a:rPr lang="fr-FR" dirty="0"/>
              <a:t>Conclusion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0B7637A-F705-2D50-B621-15209994CE0D}"/>
              </a:ext>
            </a:extLst>
          </p:cNvPr>
          <p:cNvSpPr txBox="1"/>
          <p:nvPr/>
        </p:nvSpPr>
        <p:spPr>
          <a:xfrm>
            <a:off x="9542883" y="6138258"/>
            <a:ext cx="25775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0" dirty="0">
                <a:solidFill>
                  <a:srgbClr val="271A38"/>
                </a:solidFill>
                <a:effectLst/>
                <a:latin typeface="+mj-lt"/>
              </a:rPr>
              <a:t>Laplace </a:t>
            </a:r>
            <a:r>
              <a:rPr lang="fr-FR" sz="2800" b="1" i="0" dirty="0" err="1">
                <a:solidFill>
                  <a:srgbClr val="271A38"/>
                </a:solidFill>
                <a:effectLst/>
                <a:latin typeface="+mj-lt"/>
              </a:rPr>
              <a:t>Immo</a:t>
            </a:r>
            <a:endParaRPr lang="fr-FR" sz="2800" b="1" dirty="0">
              <a:latin typeface="+mj-lt"/>
            </a:endParaRPr>
          </a:p>
        </p:txBody>
      </p:sp>
      <p:pic>
        <p:nvPicPr>
          <p:cNvPr id="5" name="Graphique 4" descr="Maison1 contour">
            <a:extLst>
              <a:ext uri="{FF2B5EF4-FFF2-40B4-BE49-F238E27FC236}">
                <a16:creationId xmlns:a16="http://schemas.microsoft.com/office/drawing/2014/main" id="{A50228C5-2BC2-277F-4A97-F0A926B55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0062" y="5615037"/>
            <a:ext cx="523221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0261" y="649096"/>
            <a:ext cx="7480041" cy="5715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4000" b="0" dirty="0"/>
              <a:t>Tout savoir sur </a:t>
            </a:r>
            <a:r>
              <a:rPr lang="fr-FR" sz="4000" dirty="0" err="1"/>
              <a:t>DATAImmo</a:t>
            </a:r>
            <a:endParaRPr lang="fr-FR" sz="400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00261" y="1664484"/>
            <a:ext cx="5361992" cy="92154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Un projet au cœur de la stratégie de Laplace </a:t>
            </a:r>
            <a:r>
              <a:rPr lang="fr-FR" dirty="0" err="1"/>
              <a:t>Immo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092D6F3-B48B-5D14-9A5B-F89905E3BF16}"/>
              </a:ext>
            </a:extLst>
          </p:cNvPr>
          <p:cNvSpPr txBox="1"/>
          <p:nvPr/>
        </p:nvSpPr>
        <p:spPr>
          <a:xfrm>
            <a:off x="5200261" y="2857911"/>
            <a:ext cx="67460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i="1" dirty="0">
                <a:solidFill>
                  <a:srgbClr val="271A38"/>
                </a:solidFill>
                <a:latin typeface="Inter"/>
              </a:rPr>
              <a:t>Quoi ?</a:t>
            </a:r>
          </a:p>
          <a:p>
            <a:r>
              <a:rPr lang="fr-FR" sz="1800" b="0" i="0" dirty="0">
                <a:solidFill>
                  <a:srgbClr val="271A38"/>
                </a:solidFill>
                <a:effectLst/>
                <a:latin typeface="Inter"/>
              </a:rPr>
              <a:t>Créer un modèle pour mieux prévoir le prix de vente des biens immobiliers </a:t>
            </a:r>
            <a:endParaRPr lang="fr-FR" sz="1800" dirty="0">
              <a:solidFill>
                <a:srgbClr val="271A38"/>
              </a:solidFill>
              <a:latin typeface="Inter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BB0E68E-AD58-7799-1799-2BF8E68934B4}"/>
              </a:ext>
            </a:extLst>
          </p:cNvPr>
          <p:cNvSpPr txBox="1"/>
          <p:nvPr/>
        </p:nvSpPr>
        <p:spPr>
          <a:xfrm>
            <a:off x="5200261" y="4343689"/>
            <a:ext cx="67460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i="1" dirty="0">
                <a:solidFill>
                  <a:srgbClr val="271A38"/>
                </a:solidFill>
                <a:latin typeface="Inter"/>
              </a:rPr>
              <a:t>Pourquoi ?</a:t>
            </a:r>
          </a:p>
          <a:p>
            <a:r>
              <a:rPr lang="fr-FR" sz="1800" dirty="0">
                <a:solidFill>
                  <a:srgbClr val="271A38"/>
                </a:solidFill>
                <a:latin typeface="Inter"/>
              </a:rPr>
              <a:t>Se différencier de la concurrence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EC59526-B5EF-ABFA-3A28-3554AA588E71}"/>
              </a:ext>
            </a:extLst>
          </p:cNvPr>
          <p:cNvSpPr txBox="1"/>
          <p:nvPr/>
        </p:nvSpPr>
        <p:spPr>
          <a:xfrm>
            <a:off x="5200261" y="5648472"/>
            <a:ext cx="67460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i="1" dirty="0">
                <a:solidFill>
                  <a:srgbClr val="271A38"/>
                </a:solidFill>
                <a:latin typeface="Inter"/>
              </a:rPr>
              <a:t>Comment ?</a:t>
            </a:r>
          </a:p>
          <a:p>
            <a:r>
              <a:rPr lang="fr-FR" sz="1800" dirty="0">
                <a:solidFill>
                  <a:srgbClr val="271A38"/>
                </a:solidFill>
                <a:latin typeface="Inter"/>
              </a:rPr>
              <a:t>Collecter et analyser les transactions immobilières et foncières en France</a:t>
            </a:r>
            <a:endParaRPr lang="fr-FR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73E35728-C71A-0E0E-56EB-AFB49CF3D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215" y="5040249"/>
            <a:ext cx="2382037" cy="465661"/>
          </a:xfrm>
          <a:prstGeom prst="rect">
            <a:avLst/>
          </a:prstGeom>
        </p:spPr>
      </p:pic>
      <p:pic>
        <p:nvPicPr>
          <p:cNvPr id="26" name="Graphique 25" descr="Maison1 contour">
            <a:extLst>
              <a:ext uri="{FF2B5EF4-FFF2-40B4-BE49-F238E27FC236}">
                <a16:creationId xmlns:a16="http://schemas.microsoft.com/office/drawing/2014/main" id="{84A107A9-17AC-2C46-A8CC-E342F2767F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6219" y="6129059"/>
            <a:ext cx="612711" cy="612711"/>
          </a:xfrm>
          <a:prstGeom prst="rect">
            <a:avLst/>
          </a:prstGeom>
        </p:spPr>
      </p:pic>
      <p:pic>
        <p:nvPicPr>
          <p:cNvPr id="27" name="Image 26" descr="Personne qui remet des clés">
            <a:extLst>
              <a:ext uri="{FF2B5EF4-FFF2-40B4-BE49-F238E27FC236}">
                <a16:creationId xmlns:a16="http://schemas.microsoft.com/office/drawing/2014/main" id="{EFB278A0-74FB-6662-41F9-17A9042F99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137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llipse 32">
            <a:extLst>
              <a:ext uri="{FF2B5EF4-FFF2-40B4-BE49-F238E27FC236}">
                <a16:creationId xmlns:a16="http://schemas.microsoft.com/office/drawing/2014/main" id="{A813A10D-4364-993A-2AD7-5F36517917D0}"/>
              </a:ext>
            </a:extLst>
          </p:cNvPr>
          <p:cNvSpPr/>
          <p:nvPr/>
        </p:nvSpPr>
        <p:spPr>
          <a:xfrm>
            <a:off x="7346571" y="834814"/>
            <a:ext cx="3955936" cy="107171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187" y="1139553"/>
            <a:ext cx="10873740" cy="51964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Les données 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187" y="2749862"/>
            <a:ext cx="8781352" cy="535000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0" indent="0" rtl="0">
              <a:buNone/>
            </a:pPr>
            <a:r>
              <a:rPr lang="fr-FR" b="0" i="0" dirty="0">
                <a:solidFill>
                  <a:srgbClr val="271A38"/>
                </a:solidFill>
                <a:effectLst/>
                <a:latin typeface="Inter"/>
              </a:rPr>
              <a:t>Données extraites du site open data des Demandes de </a:t>
            </a:r>
            <a:r>
              <a:rPr lang="fr-FR" b="1" i="0" dirty="0">
                <a:solidFill>
                  <a:srgbClr val="271A38"/>
                </a:solidFill>
                <a:effectLst/>
                <a:latin typeface="Inter"/>
              </a:rPr>
              <a:t>valeurs foncières</a:t>
            </a:r>
            <a:r>
              <a:rPr lang="fr-FR" b="0" i="0" dirty="0">
                <a:solidFill>
                  <a:srgbClr val="271A38"/>
                </a:solidFill>
                <a:effectLst/>
                <a:latin typeface="Inter"/>
              </a:rPr>
              <a:t> (DVF)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pic>
        <p:nvPicPr>
          <p:cNvPr id="2" name="Graphique 1" descr="Maison1 contour">
            <a:extLst>
              <a:ext uri="{FF2B5EF4-FFF2-40B4-BE49-F238E27FC236}">
                <a16:creationId xmlns:a16="http://schemas.microsoft.com/office/drawing/2014/main" id="{6E4713FD-1EA8-0F71-E2A2-F9EFF6995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4352" y="6113716"/>
            <a:ext cx="612711" cy="61271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BB8D490-DEED-149B-2595-CF92E63D2658}"/>
              </a:ext>
            </a:extLst>
          </p:cNvPr>
          <p:cNvSpPr txBox="1"/>
          <p:nvPr/>
        </p:nvSpPr>
        <p:spPr>
          <a:xfrm>
            <a:off x="5027470" y="5032036"/>
            <a:ext cx="73218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fr-FR" sz="2000" dirty="0">
                <a:solidFill>
                  <a:srgbClr val="271A38"/>
                </a:solidFill>
                <a:latin typeface="Inter"/>
              </a:rPr>
              <a:t>D</a:t>
            </a:r>
            <a:r>
              <a:rPr lang="fr-FR" sz="2000" b="0" i="0" dirty="0">
                <a:solidFill>
                  <a:srgbClr val="271A38"/>
                </a:solidFill>
                <a:effectLst/>
                <a:latin typeface="Inter"/>
              </a:rPr>
              <a:t>onnées de </a:t>
            </a:r>
            <a:r>
              <a:rPr lang="fr-FR" sz="2000" b="0" i="0" dirty="0" err="1">
                <a:solidFill>
                  <a:srgbClr val="271A38"/>
                </a:solidFill>
                <a:effectLst/>
                <a:latin typeface="Inter"/>
              </a:rPr>
              <a:t>data.gouv</a:t>
            </a:r>
            <a:r>
              <a:rPr lang="fr-FR" sz="2000" b="0" i="0" dirty="0">
                <a:solidFill>
                  <a:srgbClr val="271A38"/>
                </a:solidFill>
                <a:effectLst/>
                <a:latin typeface="Inter"/>
              </a:rPr>
              <a:t> avec le </a:t>
            </a:r>
            <a:r>
              <a:rPr lang="fr-FR" sz="2000" b="1" i="0" dirty="0">
                <a:solidFill>
                  <a:srgbClr val="271A38"/>
                </a:solidFill>
                <a:effectLst/>
                <a:latin typeface="Inter"/>
              </a:rPr>
              <a:t>référentiel géographique </a:t>
            </a:r>
            <a:r>
              <a:rPr lang="fr-FR" sz="2000" b="0" i="0" dirty="0">
                <a:solidFill>
                  <a:srgbClr val="271A38"/>
                </a:solidFill>
                <a:effectLst/>
                <a:latin typeface="Inter"/>
              </a:rPr>
              <a:t>français</a:t>
            </a:r>
          </a:p>
        </p:txBody>
      </p:sp>
      <p:cxnSp>
        <p:nvCxnSpPr>
          <p:cNvPr id="11" name="Connecteur : en angle 10">
            <a:extLst>
              <a:ext uri="{FF2B5EF4-FFF2-40B4-BE49-F238E27FC236}">
                <a16:creationId xmlns:a16="http://schemas.microsoft.com/office/drawing/2014/main" id="{4967859F-8393-8113-29FD-DA27487A185D}"/>
              </a:ext>
            </a:extLst>
          </p:cNvPr>
          <p:cNvCxnSpPr/>
          <p:nvPr/>
        </p:nvCxnSpPr>
        <p:spPr>
          <a:xfrm>
            <a:off x="186528" y="3094127"/>
            <a:ext cx="484177" cy="373224"/>
          </a:xfrm>
          <a:prstGeom prst="bentConnector3">
            <a:avLst/>
          </a:prstGeom>
          <a:ln>
            <a:solidFill>
              <a:schemeClr val="tx2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826CD8FB-031C-620C-A00C-9CA86522F4AA}"/>
              </a:ext>
            </a:extLst>
          </p:cNvPr>
          <p:cNvSpPr txBox="1">
            <a:spLocks/>
          </p:cNvSpPr>
          <p:nvPr/>
        </p:nvSpPr>
        <p:spPr>
          <a:xfrm>
            <a:off x="798224" y="3094127"/>
            <a:ext cx="8781352" cy="609864"/>
          </a:xfrm>
          <a:prstGeom prst="rect">
            <a:avLst/>
          </a:prstGeom>
        </p:spPr>
        <p:txBody>
          <a:bodyPr vert="horz" lIns="0" tIns="228600" rIns="0" bIns="0" rtlCol="0">
            <a:normAutofit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600" i="1" dirty="0"/>
              <a:t>Date de la vente, valeur foncière, adresse postale, nature du bien, caractéristique du bien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1F0570A-8594-A1AE-C752-14AEB4883FD9}"/>
              </a:ext>
            </a:extLst>
          </p:cNvPr>
          <p:cNvSpPr txBox="1"/>
          <p:nvPr/>
        </p:nvSpPr>
        <p:spPr>
          <a:xfrm>
            <a:off x="3058979" y="3900132"/>
            <a:ext cx="80498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fr-FR" sz="2000" dirty="0">
                <a:solidFill>
                  <a:srgbClr val="271A38"/>
                </a:solidFill>
                <a:latin typeface="Inter"/>
              </a:rPr>
              <a:t>D</a:t>
            </a:r>
            <a:r>
              <a:rPr lang="fr-FR" sz="2000" b="0" i="0" dirty="0">
                <a:solidFill>
                  <a:srgbClr val="271A38"/>
                </a:solidFill>
                <a:effectLst/>
                <a:latin typeface="Inter"/>
              </a:rPr>
              <a:t>onnées de l’INSEE avec les résultats des recensements de la </a:t>
            </a:r>
            <a:r>
              <a:rPr lang="fr-FR" sz="2000" b="1" i="0" dirty="0">
                <a:solidFill>
                  <a:srgbClr val="271A38"/>
                </a:solidFill>
                <a:effectLst/>
                <a:latin typeface="Inter"/>
              </a:rPr>
              <a:t>population</a:t>
            </a:r>
            <a:r>
              <a:rPr lang="fr-FR" sz="2000" b="0" i="0" dirty="0">
                <a:solidFill>
                  <a:srgbClr val="271A38"/>
                </a:solidFill>
                <a:effectLst/>
                <a:latin typeface="Inter"/>
              </a:rPr>
              <a:t> </a:t>
            </a:r>
          </a:p>
        </p:txBody>
      </p:sp>
      <p:sp>
        <p:nvSpPr>
          <p:cNvPr id="23" name="Espace réservé du texte 6">
            <a:extLst>
              <a:ext uri="{FF2B5EF4-FFF2-40B4-BE49-F238E27FC236}">
                <a16:creationId xmlns:a16="http://schemas.microsoft.com/office/drawing/2014/main" id="{831B222D-C42D-1181-90D8-405DDC0A9FBD}"/>
              </a:ext>
            </a:extLst>
          </p:cNvPr>
          <p:cNvSpPr txBox="1">
            <a:spLocks/>
          </p:cNvSpPr>
          <p:nvPr/>
        </p:nvSpPr>
        <p:spPr>
          <a:xfrm>
            <a:off x="3245711" y="4076300"/>
            <a:ext cx="8781352" cy="609864"/>
          </a:xfrm>
          <a:prstGeom prst="rect">
            <a:avLst/>
          </a:prstGeom>
        </p:spPr>
        <p:txBody>
          <a:bodyPr vert="horz" lIns="0" tIns="228600" rIns="0" bIns="0" rtlCol="0">
            <a:normAutofit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600" i="1" dirty="0"/>
              <a:t>Code région, code département, code et nom commune, PMUN, PCAP, PTOT</a:t>
            </a:r>
          </a:p>
        </p:txBody>
      </p: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36B6D3ED-D349-122D-2616-F6A69EAB0BCB}"/>
              </a:ext>
            </a:extLst>
          </p:cNvPr>
          <p:cNvCxnSpPr/>
          <p:nvPr/>
        </p:nvCxnSpPr>
        <p:spPr>
          <a:xfrm>
            <a:off x="2650382" y="4051539"/>
            <a:ext cx="484177" cy="373224"/>
          </a:xfrm>
          <a:prstGeom prst="bentConnector3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AD20C5EF-86D0-2C0C-7EAF-252D4C954577}"/>
              </a:ext>
            </a:extLst>
          </p:cNvPr>
          <p:cNvSpPr txBox="1"/>
          <p:nvPr/>
        </p:nvSpPr>
        <p:spPr>
          <a:xfrm>
            <a:off x="5227041" y="5379219"/>
            <a:ext cx="609755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fr-FR" sz="1600" i="1" dirty="0">
                <a:solidFill>
                  <a:schemeClr val="bg1"/>
                </a:solidFill>
              </a:rPr>
              <a:t>Régions, départements, communes, unités urbaines, aires urbaines</a:t>
            </a:r>
          </a:p>
        </p:txBody>
      </p: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8B493D25-B4C9-54A7-27A0-C58201B1559B}"/>
              </a:ext>
            </a:extLst>
          </p:cNvPr>
          <p:cNvCxnSpPr/>
          <p:nvPr/>
        </p:nvCxnSpPr>
        <p:spPr>
          <a:xfrm>
            <a:off x="4693704" y="5151867"/>
            <a:ext cx="484177" cy="373224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0F6605B7-3356-30D9-1392-887E8AB05DD0}"/>
              </a:ext>
            </a:extLst>
          </p:cNvPr>
          <p:cNvSpPr txBox="1"/>
          <p:nvPr/>
        </p:nvSpPr>
        <p:spPr>
          <a:xfrm>
            <a:off x="8503581" y="1170618"/>
            <a:ext cx="24199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3 Bases de données</a:t>
            </a:r>
          </a:p>
        </p:txBody>
      </p:sp>
      <p:pic>
        <p:nvPicPr>
          <p:cNvPr id="6" name="Graphique 5" descr="Base de données avec un remplissage uni">
            <a:extLst>
              <a:ext uri="{FF2B5EF4-FFF2-40B4-BE49-F238E27FC236}">
                <a16:creationId xmlns:a16="http://schemas.microsoft.com/office/drawing/2014/main" id="{41B6F0C7-F98F-126C-7752-1557BDD94B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8595" y="1073192"/>
            <a:ext cx="644986" cy="64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llipse 15">
            <a:extLst>
              <a:ext uri="{FF2B5EF4-FFF2-40B4-BE49-F238E27FC236}">
                <a16:creationId xmlns:a16="http://schemas.microsoft.com/office/drawing/2014/main" id="{BD4B974A-3EA7-81BE-E945-41F8EBC5029A}"/>
              </a:ext>
            </a:extLst>
          </p:cNvPr>
          <p:cNvSpPr/>
          <p:nvPr/>
        </p:nvSpPr>
        <p:spPr>
          <a:xfrm>
            <a:off x="7834024" y="3700845"/>
            <a:ext cx="3955936" cy="216694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73EEE59-A853-3FE8-FF25-E8EA667C2023}"/>
              </a:ext>
            </a:extLst>
          </p:cNvPr>
          <p:cNvSpPr/>
          <p:nvPr/>
        </p:nvSpPr>
        <p:spPr>
          <a:xfrm>
            <a:off x="1367583" y="2533879"/>
            <a:ext cx="5574891" cy="302747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A813A10D-4364-993A-2AD7-5F36517917D0}"/>
              </a:ext>
            </a:extLst>
          </p:cNvPr>
          <p:cNvSpPr/>
          <p:nvPr/>
        </p:nvSpPr>
        <p:spPr>
          <a:xfrm>
            <a:off x="6967928" y="1564251"/>
            <a:ext cx="3955936" cy="158199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187" y="1139553"/>
            <a:ext cx="10873740" cy="51964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Les données 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16707" y="2858622"/>
            <a:ext cx="4102097" cy="535000"/>
          </a:xfrm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pPr marL="0" indent="0" algn="ctr" rtl="0">
              <a:buNone/>
            </a:pPr>
            <a:r>
              <a:rPr lang="fr-FR" b="1" dirty="0">
                <a:solidFill>
                  <a:srgbClr val="271A38"/>
                </a:solidFill>
                <a:latin typeface="Inter"/>
              </a:rPr>
              <a:t>Nombre de lignes pour chaque table</a:t>
            </a:r>
            <a:r>
              <a:rPr lang="fr-FR" dirty="0">
                <a:solidFill>
                  <a:srgbClr val="271A38"/>
                </a:solidFill>
                <a:latin typeface="Inter"/>
              </a:rPr>
              <a:t>  </a:t>
            </a:r>
          </a:p>
          <a:p>
            <a:pPr algn="ctr">
              <a:spcBef>
                <a:spcPts val="600"/>
              </a:spcBef>
            </a:pPr>
            <a:r>
              <a:rPr lang="fr-FR" dirty="0">
                <a:solidFill>
                  <a:srgbClr val="271A38"/>
                </a:solidFill>
                <a:latin typeface="Inter"/>
              </a:rPr>
              <a:t>B</a:t>
            </a:r>
            <a:r>
              <a:rPr lang="fr-FR" b="0" i="0" dirty="0">
                <a:solidFill>
                  <a:srgbClr val="271A38"/>
                </a:solidFill>
                <a:effectLst/>
                <a:latin typeface="Inter"/>
              </a:rPr>
              <a:t>ien : 34 169 </a:t>
            </a:r>
          </a:p>
          <a:p>
            <a:pPr algn="ctr">
              <a:spcBef>
                <a:spcPts val="600"/>
              </a:spcBef>
            </a:pPr>
            <a:r>
              <a:rPr lang="fr-FR" dirty="0">
                <a:solidFill>
                  <a:srgbClr val="271A38"/>
                </a:solidFill>
                <a:latin typeface="Inter"/>
              </a:rPr>
              <a:t>V</a:t>
            </a:r>
            <a:r>
              <a:rPr lang="fr-FR" b="0" i="0" dirty="0">
                <a:solidFill>
                  <a:srgbClr val="271A38"/>
                </a:solidFill>
                <a:effectLst/>
                <a:latin typeface="Inter"/>
              </a:rPr>
              <a:t>ente : 34 151 </a:t>
            </a:r>
          </a:p>
          <a:p>
            <a:pPr algn="ctr">
              <a:spcBef>
                <a:spcPts val="600"/>
              </a:spcBef>
            </a:pPr>
            <a:r>
              <a:rPr lang="fr-FR" b="0" i="0" dirty="0">
                <a:solidFill>
                  <a:srgbClr val="271A38"/>
                </a:solidFill>
                <a:effectLst/>
                <a:latin typeface="Inter"/>
              </a:rPr>
              <a:t>Population : 34 991</a:t>
            </a:r>
          </a:p>
          <a:p>
            <a:pPr algn="ctr">
              <a:spcBef>
                <a:spcPts val="600"/>
              </a:spcBef>
            </a:pPr>
            <a:r>
              <a:rPr lang="fr-FR" sz="2000" dirty="0">
                <a:solidFill>
                  <a:srgbClr val="271A38"/>
                </a:solidFill>
                <a:latin typeface="Inter"/>
              </a:rPr>
              <a:t>Commune : 34 991</a:t>
            </a:r>
          </a:p>
          <a:p>
            <a:pPr algn="ctr">
              <a:spcBef>
                <a:spcPts val="600"/>
              </a:spcBef>
            </a:pPr>
            <a:r>
              <a:rPr lang="fr-FR" sz="2000" dirty="0">
                <a:solidFill>
                  <a:srgbClr val="271A38"/>
                </a:solidFill>
                <a:latin typeface="Inter"/>
              </a:rPr>
              <a:t>Département : 109 </a:t>
            </a:r>
          </a:p>
          <a:p>
            <a:pPr algn="ctr">
              <a:spcBef>
                <a:spcPts val="600"/>
              </a:spcBef>
            </a:pPr>
            <a:r>
              <a:rPr lang="fr-FR" sz="2000" dirty="0">
                <a:solidFill>
                  <a:srgbClr val="271A38"/>
                </a:solidFill>
                <a:latin typeface="Inter"/>
              </a:rPr>
              <a:t> Région : 19</a:t>
            </a:r>
            <a:endParaRPr lang="fr-FR" b="0" i="0" dirty="0">
              <a:solidFill>
                <a:srgbClr val="271A38"/>
              </a:solidFill>
              <a:effectLst/>
              <a:latin typeface="Inter"/>
            </a:endParaRPr>
          </a:p>
          <a:p>
            <a:pPr marL="0" indent="0" algn="ctr" rtl="0">
              <a:buNone/>
            </a:pPr>
            <a:endParaRPr lang="fr-FR" sz="2800" b="0" i="0" dirty="0">
              <a:solidFill>
                <a:srgbClr val="271A38"/>
              </a:solidFill>
              <a:effectLst/>
              <a:latin typeface="Inter"/>
            </a:endParaRP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pic>
        <p:nvPicPr>
          <p:cNvPr id="2" name="Graphique 1" descr="Maison1 contour">
            <a:extLst>
              <a:ext uri="{FF2B5EF4-FFF2-40B4-BE49-F238E27FC236}">
                <a16:creationId xmlns:a16="http://schemas.microsoft.com/office/drawing/2014/main" id="{6E4713FD-1EA8-0F71-E2A2-F9EFF6995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4352" y="6113716"/>
            <a:ext cx="612711" cy="612711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0F6605B7-3356-30D9-1392-887E8AB05DD0}"/>
              </a:ext>
            </a:extLst>
          </p:cNvPr>
          <p:cNvSpPr txBox="1"/>
          <p:nvPr/>
        </p:nvSpPr>
        <p:spPr>
          <a:xfrm>
            <a:off x="7965804" y="2032885"/>
            <a:ext cx="24199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Données respectent RGPD</a:t>
            </a:r>
          </a:p>
        </p:txBody>
      </p:sp>
      <p:pic>
        <p:nvPicPr>
          <p:cNvPr id="37" name="Graphique 36" descr="Coche avec un remplissage uni">
            <a:extLst>
              <a:ext uri="{FF2B5EF4-FFF2-40B4-BE49-F238E27FC236}">
                <a16:creationId xmlns:a16="http://schemas.microsoft.com/office/drawing/2014/main" id="{E7C1889D-4534-1E8E-3FC0-BE95E798A3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563" y="2031712"/>
            <a:ext cx="519649" cy="584275"/>
          </a:xfrm>
          <a:prstGeom prst="rect">
            <a:avLst/>
          </a:prstGeom>
        </p:spPr>
      </p:pic>
      <p:sp>
        <p:nvSpPr>
          <p:cNvPr id="13" name="Est égal à 12">
            <a:extLst>
              <a:ext uri="{FF2B5EF4-FFF2-40B4-BE49-F238E27FC236}">
                <a16:creationId xmlns:a16="http://schemas.microsoft.com/office/drawing/2014/main" id="{DFB2808D-6854-895C-AF9A-A3DECDAA161B}"/>
              </a:ext>
            </a:extLst>
          </p:cNvPr>
          <p:cNvSpPr/>
          <p:nvPr/>
        </p:nvSpPr>
        <p:spPr>
          <a:xfrm>
            <a:off x="2038332" y="3945829"/>
            <a:ext cx="550607" cy="438160"/>
          </a:xfrm>
          <a:prstGeom prst="mathEqual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EEAB5C8C-E36A-47CE-48CA-3135D4B71858}"/>
              </a:ext>
            </a:extLst>
          </p:cNvPr>
          <p:cNvSpPr txBox="1">
            <a:spLocks/>
          </p:cNvSpPr>
          <p:nvPr/>
        </p:nvSpPr>
        <p:spPr>
          <a:xfrm>
            <a:off x="8131277" y="4280074"/>
            <a:ext cx="3361431" cy="535000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fr-FR" dirty="0">
                <a:solidFill>
                  <a:srgbClr val="271A38"/>
                </a:solidFill>
                <a:latin typeface="Inter"/>
              </a:rPr>
              <a:t>Les données concernant les </a:t>
            </a:r>
            <a:r>
              <a:rPr lang="fr-FR" b="1" dirty="0">
                <a:solidFill>
                  <a:srgbClr val="271A38"/>
                </a:solidFill>
                <a:latin typeface="Inter"/>
              </a:rPr>
              <a:t>valeurs foncières </a:t>
            </a:r>
            <a:r>
              <a:rPr lang="fr-FR" dirty="0">
                <a:solidFill>
                  <a:srgbClr val="271A38"/>
                </a:solidFill>
                <a:latin typeface="Inter"/>
              </a:rPr>
              <a:t>couvrent la période de </a:t>
            </a:r>
            <a:r>
              <a:rPr lang="fr-FR" b="1" dirty="0">
                <a:solidFill>
                  <a:srgbClr val="271A38"/>
                </a:solidFill>
                <a:latin typeface="Inter"/>
              </a:rPr>
              <a:t>janvier à juin 2020 </a:t>
            </a:r>
          </a:p>
        </p:txBody>
      </p:sp>
      <p:pic>
        <p:nvPicPr>
          <p:cNvPr id="30" name="Graphique 29" descr="Calendrier journalier avec un remplissage uni">
            <a:extLst>
              <a:ext uri="{FF2B5EF4-FFF2-40B4-BE49-F238E27FC236}">
                <a16:creationId xmlns:a16="http://schemas.microsoft.com/office/drawing/2014/main" id="{270EC3AE-CCF6-CED8-EE5C-54C254ED32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13863" y="3806957"/>
            <a:ext cx="657751" cy="65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25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68" y="231476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Les étapes et la méthodologie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A82819F-CDB6-0DC5-C5CD-40E6B3214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280" y="4550619"/>
            <a:ext cx="1174337" cy="680636"/>
          </a:xfrm>
          <a:prstGeom prst="rect">
            <a:avLst/>
          </a:prstGeom>
        </p:spPr>
      </p:pic>
      <p:graphicFrame>
        <p:nvGraphicFramePr>
          <p:cNvPr id="13" name="Diagramme 12">
            <a:extLst>
              <a:ext uri="{FF2B5EF4-FFF2-40B4-BE49-F238E27FC236}">
                <a16:creationId xmlns:a16="http://schemas.microsoft.com/office/drawing/2014/main" id="{8FD9B964-FFF1-3F15-139E-14D63D28C7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324826"/>
              </p:ext>
            </p:extLst>
          </p:nvPr>
        </p:nvGraphicFramePr>
        <p:xfrm>
          <a:off x="1471721" y="2644610"/>
          <a:ext cx="7476647" cy="3263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5" name="Image 14">
            <a:extLst>
              <a:ext uri="{FF2B5EF4-FFF2-40B4-BE49-F238E27FC236}">
                <a16:creationId xmlns:a16="http://schemas.microsoft.com/office/drawing/2014/main" id="{47E88EC9-6A8B-A201-A493-29CF5A254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008" y="5212780"/>
            <a:ext cx="1174337" cy="68063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1DE6A45-557E-053D-E64B-7E57A724C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911" y="3192751"/>
            <a:ext cx="1174337" cy="68063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088BD977-3F45-4E08-D7B7-9193906A19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701" y="4003833"/>
            <a:ext cx="600125" cy="52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825C43-5E16-78A6-5B3F-FDB26C5BD8C2}"/>
              </a:ext>
            </a:extLst>
          </p:cNvPr>
          <p:cNvSpPr/>
          <p:nvPr/>
        </p:nvSpPr>
        <p:spPr>
          <a:xfrm>
            <a:off x="1472779" y="1427584"/>
            <a:ext cx="10366310" cy="5085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6805" y="345232"/>
            <a:ext cx="6762284" cy="83794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Schéma relationnel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C35574B-DC9D-C01B-34AC-6959CE533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246" y="1581099"/>
            <a:ext cx="10097375" cy="4778154"/>
          </a:xfrm>
          <a:prstGeom prst="rect">
            <a:avLst/>
          </a:prstGeom>
        </p:spPr>
      </p:pic>
      <p:pic>
        <p:nvPicPr>
          <p:cNvPr id="8" name="Graphique 7" descr="Maison1 contour">
            <a:extLst>
              <a:ext uri="{FF2B5EF4-FFF2-40B4-BE49-F238E27FC236}">
                <a16:creationId xmlns:a16="http://schemas.microsoft.com/office/drawing/2014/main" id="{D163DA21-4140-EFC4-9BF5-26BF66226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911" y="202372"/>
            <a:ext cx="612711" cy="61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0844544D-6504-84D3-1ECE-43183077F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685" y="124346"/>
            <a:ext cx="2808206" cy="2009526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388C0666-BF3A-6E70-E60A-9527B1D12B6D}"/>
              </a:ext>
            </a:extLst>
          </p:cNvPr>
          <p:cNvSpPr/>
          <p:nvPr/>
        </p:nvSpPr>
        <p:spPr>
          <a:xfrm>
            <a:off x="9222684" y="185864"/>
            <a:ext cx="1852747" cy="608101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26271D1-018C-386C-FAFA-755AA5E56297}"/>
              </a:ext>
            </a:extLst>
          </p:cNvPr>
          <p:cNvSpPr txBox="1">
            <a:spLocks/>
          </p:cNvSpPr>
          <p:nvPr/>
        </p:nvSpPr>
        <p:spPr>
          <a:xfrm>
            <a:off x="314636" y="298466"/>
            <a:ext cx="5278755" cy="830643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fr-FR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fr-FR">
                <a:solidFill>
                  <a:schemeClr val="tx2"/>
                </a:solidFill>
              </a:defRPr>
            </a:lvl2pPr>
            <a:lvl3pPr eaLnBrk="1" hangingPunct="1">
              <a:defRPr lang="fr-FR">
                <a:solidFill>
                  <a:schemeClr val="tx2"/>
                </a:solidFill>
              </a:defRPr>
            </a:lvl3pPr>
            <a:lvl4pPr eaLnBrk="1" hangingPunct="1">
              <a:defRPr lang="fr-FR">
                <a:solidFill>
                  <a:schemeClr val="tx2"/>
                </a:solidFill>
              </a:defRPr>
            </a:lvl4pPr>
            <a:lvl5pPr eaLnBrk="1" hangingPunct="1">
              <a:defRPr lang="fr-FR">
                <a:solidFill>
                  <a:schemeClr val="tx2"/>
                </a:solidFill>
              </a:defRPr>
            </a:lvl5pPr>
            <a:lvl6pPr eaLnBrk="1" hangingPunct="1">
              <a:defRPr lang="fr-FR">
                <a:solidFill>
                  <a:schemeClr val="tx2"/>
                </a:solidFill>
              </a:defRPr>
            </a:lvl6pPr>
            <a:lvl7pPr eaLnBrk="1" hangingPunct="1">
              <a:defRPr lang="fr-FR">
                <a:solidFill>
                  <a:schemeClr val="tx2"/>
                </a:solidFill>
              </a:defRPr>
            </a:lvl7pPr>
            <a:lvl8pPr eaLnBrk="1" hangingPunct="1">
              <a:defRPr lang="fr-FR">
                <a:solidFill>
                  <a:schemeClr val="tx2"/>
                </a:solidFill>
              </a:defRPr>
            </a:lvl8pPr>
            <a:lvl9pPr eaLnBrk="1" hangingPunct="1">
              <a:defRPr lang="fr-FR">
                <a:solidFill>
                  <a:schemeClr val="tx2"/>
                </a:solidFill>
              </a:defRPr>
            </a:lvl9pPr>
          </a:lstStyle>
          <a:p>
            <a:r>
              <a:rPr lang="fr-FR" sz="2400" dirty="0">
                <a:ea typeface="Calibri" panose="020F0502020204030204" pitchFamily="34" charset="0"/>
                <a:cs typeface="Times New Roman" panose="02020603050405020304" pitchFamily="18" charset="0"/>
              </a:rPr>
              <a:t>Nombre total d’appartements vendus au 1er semestre 2020</a:t>
            </a:r>
            <a:endParaRPr lang="fr-FR" sz="5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457E3DC-C000-A7BC-ED39-6478AE82A5A8}"/>
              </a:ext>
            </a:extLst>
          </p:cNvPr>
          <p:cNvSpPr txBox="1"/>
          <p:nvPr/>
        </p:nvSpPr>
        <p:spPr>
          <a:xfrm>
            <a:off x="307799" y="1195076"/>
            <a:ext cx="4845193" cy="2145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fr-FR" sz="18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SELECT COUNT </a:t>
            </a:r>
            <a:r>
              <a:rPr lang="fr-FR" sz="18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fr-FR" sz="18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DISTINCT</a:t>
            </a:r>
            <a:r>
              <a:rPr lang="fr-FR" sz="18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bien_id</a:t>
            </a:r>
            <a:r>
              <a:rPr lang="fr-FR" sz="18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lang="fr-FR" sz="18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total_appartements_vendus</a:t>
            </a:r>
            <a:endParaRPr lang="fr-FR" sz="1800" kern="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fr-FR" sz="18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fr-FR" sz="18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vente </a:t>
            </a:r>
          </a:p>
          <a:p>
            <a:pPr>
              <a:lnSpc>
                <a:spcPct val="107000"/>
              </a:lnSpc>
            </a:pPr>
            <a:r>
              <a:rPr lang="fr-FR" sz="18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8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bien </a:t>
            </a:r>
            <a:r>
              <a:rPr lang="fr-FR" sz="18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8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vente.Bien_bien_id</a:t>
            </a:r>
            <a:r>
              <a:rPr lang="fr-FR" sz="18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8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bien.bien_id</a:t>
            </a:r>
            <a:endParaRPr lang="fr-FR" sz="1800" kern="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8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US" sz="18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vente.date_mutation</a:t>
            </a:r>
            <a:r>
              <a:rPr lang="en-US" sz="18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BETWEEN</a:t>
            </a:r>
            <a:r>
              <a:rPr lang="en-US" sz="18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'2020-01-01' </a:t>
            </a:r>
            <a:r>
              <a:rPr lang="en-US" sz="18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18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'2020-06-30'</a:t>
            </a:r>
            <a:endParaRPr lang="fr-FR" sz="1800" kern="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fr-FR" sz="18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fr-FR" sz="18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bien.local_type</a:t>
            </a:r>
            <a:r>
              <a:rPr lang="fr-FR" sz="18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'appartement’</a:t>
            </a:r>
            <a:r>
              <a:rPr lang="fr-FR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';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973CDC04-90C4-B5CC-4FA0-7E63AEC31942}"/>
              </a:ext>
            </a:extLst>
          </p:cNvPr>
          <p:cNvCxnSpPr>
            <a:cxnSpLocks/>
          </p:cNvCxnSpPr>
          <p:nvPr/>
        </p:nvCxnSpPr>
        <p:spPr>
          <a:xfrm>
            <a:off x="5900990" y="139959"/>
            <a:ext cx="0" cy="6559421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5E686379-6B96-37D2-4A43-0CB8C2A37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33" y="3738473"/>
            <a:ext cx="3958293" cy="1066606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A78192B0-EFD3-0AF7-C2A7-315F42ADDA94}"/>
              </a:ext>
            </a:extLst>
          </p:cNvPr>
          <p:cNvSpPr txBox="1">
            <a:spLocks/>
          </p:cNvSpPr>
          <p:nvPr/>
        </p:nvSpPr>
        <p:spPr>
          <a:xfrm>
            <a:off x="6096000" y="5962155"/>
            <a:ext cx="5994607" cy="606596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>
              <a:lnSpc>
                <a:spcPct val="80000"/>
              </a:lnSpc>
              <a:spcBef>
                <a:spcPct val="0"/>
              </a:spcBef>
              <a:buNone/>
              <a:defRPr sz="2400" b="1" i="0" spc="100" baseline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Le nombre de ventes d’appartement par région pour le 1er semestre 2020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2C710E8-5A3E-2AE8-B9F4-12C6169834AC}"/>
              </a:ext>
            </a:extLst>
          </p:cNvPr>
          <p:cNvSpPr txBox="1"/>
          <p:nvPr/>
        </p:nvSpPr>
        <p:spPr>
          <a:xfrm>
            <a:off x="6096000" y="2071684"/>
            <a:ext cx="5934892" cy="3769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fr-FR" sz="16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reg_code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16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région.reg_nom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>
              <a:lnSpc>
                <a:spcPct val="107000"/>
              </a:lnSpc>
            </a:pP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COUNT(*) AS </a:t>
            </a:r>
            <a:r>
              <a:rPr lang="fr-FR" sz="16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total_appartement_par_region</a:t>
            </a:r>
            <a:endParaRPr lang="fr-FR" sz="1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vente</a:t>
            </a: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bien </a:t>
            </a:r>
            <a:r>
              <a:rPr lang="fr-FR" sz="1600" i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vente.Bien_bien_id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6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bien.bien_id</a:t>
            </a:r>
            <a:endParaRPr lang="fr-FR" sz="1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commune </a:t>
            </a:r>
            <a:r>
              <a:rPr lang="fr-FR" sz="1600" i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bien.Commune_code_dep_com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6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commune.code_dep_com</a:t>
            </a:r>
            <a:endParaRPr lang="fr-FR" sz="1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département </a:t>
            </a:r>
            <a:r>
              <a:rPr lang="fr-FR" sz="1600" i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commune.Département_dep_code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6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département.dep_code</a:t>
            </a:r>
            <a:endParaRPr lang="fr-FR" sz="1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région </a:t>
            </a:r>
            <a:r>
              <a:rPr lang="fr-FR" sz="1600" i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département.Région_reg_code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6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région.reg_code</a:t>
            </a:r>
            <a:endParaRPr lang="fr-FR" sz="1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i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vente.date_mutation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i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BETWEEN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'2020-01-01' AND '2020-06-30'</a:t>
            </a:r>
            <a:endParaRPr lang="fr-FR" sz="1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i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local_type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'appartement'</a:t>
            </a:r>
            <a:endParaRPr lang="fr-FR" sz="1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i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sz="16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reg_nom</a:t>
            </a:r>
            <a:r>
              <a:rPr lang="en-US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kern="1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reg_code</a:t>
            </a:r>
            <a:endParaRPr lang="fr-FR" sz="1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COUNT(*) </a:t>
            </a:r>
            <a:r>
              <a:rPr lang="fr-FR" sz="16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DESC;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5477FF82-840A-CEB4-AC51-FFB0103B27EB}"/>
              </a:ext>
            </a:extLst>
          </p:cNvPr>
          <p:cNvCxnSpPr>
            <a:cxnSpLocks/>
          </p:cNvCxnSpPr>
          <p:nvPr/>
        </p:nvCxnSpPr>
        <p:spPr>
          <a:xfrm flipV="1">
            <a:off x="8746198" y="678202"/>
            <a:ext cx="443513" cy="162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EB17D3B4-100B-B86E-B079-25E99E626898}"/>
              </a:ext>
            </a:extLst>
          </p:cNvPr>
          <p:cNvSpPr txBox="1"/>
          <p:nvPr/>
        </p:nvSpPr>
        <p:spPr>
          <a:xfrm>
            <a:off x="6212003" y="825744"/>
            <a:ext cx="30439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1- Ile-de-France - 13 989</a:t>
            </a:r>
          </a:p>
          <a:p>
            <a:r>
              <a:rPr lang="fr-FR" sz="14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2- Provence-Alpes-Côte d’Azur - 3 645</a:t>
            </a:r>
          </a:p>
          <a:p>
            <a:r>
              <a:rPr lang="fr-FR" sz="14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3- Auvergne-Rhône-Alpes - 3253</a:t>
            </a:r>
            <a:endParaRPr lang="fr-FR" sz="1400" dirty="0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B92D2C-B182-14D5-DF73-3076AC690354}"/>
              </a:ext>
            </a:extLst>
          </p:cNvPr>
          <p:cNvSpPr/>
          <p:nvPr/>
        </p:nvSpPr>
        <p:spPr>
          <a:xfrm>
            <a:off x="6103468" y="1129109"/>
            <a:ext cx="2808205" cy="606596"/>
          </a:xfrm>
          <a:prstGeom prst="arc">
            <a:avLst>
              <a:gd name="adj1" fmla="val 685792"/>
              <a:gd name="adj2" fmla="val 10946473"/>
            </a:avLst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5762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6271D1-018C-386C-FAFA-755AA5E56297}"/>
              </a:ext>
            </a:extLst>
          </p:cNvPr>
          <p:cNvSpPr txBox="1">
            <a:spLocks/>
          </p:cNvSpPr>
          <p:nvPr/>
        </p:nvSpPr>
        <p:spPr>
          <a:xfrm>
            <a:off x="111541" y="324317"/>
            <a:ext cx="6179470" cy="830643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>
              <a:lnSpc>
                <a:spcPct val="80000"/>
              </a:lnSpc>
              <a:spcBef>
                <a:spcPct val="0"/>
              </a:spcBef>
              <a:buNone/>
              <a:defRPr sz="2400" b="1" i="0" spc="100" baseline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Requête 3 : Proportion des ventes d’appartements par nombre de pièces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457E3DC-C000-A7BC-ED39-6478AE82A5A8}"/>
              </a:ext>
            </a:extLst>
          </p:cNvPr>
          <p:cNvSpPr txBox="1"/>
          <p:nvPr/>
        </p:nvSpPr>
        <p:spPr>
          <a:xfrm>
            <a:off x="111541" y="1157101"/>
            <a:ext cx="4845193" cy="323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pieces_nombre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"Nombre de pièces", </a:t>
            </a:r>
            <a:r>
              <a:rPr lang="fr-FR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ROUND 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fr-FR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fr-FR" sz="16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vente_id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/</a:t>
            </a:r>
          </a:p>
          <a:p>
            <a:pPr>
              <a:lnSpc>
                <a:spcPct val="107000"/>
              </a:lnSpc>
            </a:pPr>
            <a:r>
              <a:rPr lang="en-US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US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ROUND</a:t>
            </a:r>
            <a:r>
              <a:rPr lang="en-US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lang="en-US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6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vente_id</a:t>
            </a:r>
            <a:r>
              <a:rPr lang="en-US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),2)</a:t>
            </a:r>
            <a:endParaRPr lang="fr-FR" sz="1600" kern="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vente </a:t>
            </a:r>
            <a:r>
              <a:rPr lang="fr-FR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bien </a:t>
            </a:r>
            <a:r>
              <a:rPr lang="fr-FR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vente.Bien_bien_id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6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bien.bien_id</a:t>
            </a:r>
            <a:endParaRPr lang="fr-FR" sz="1600" kern="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local_type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'Appartement')*100,2) </a:t>
            </a: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"Proportion de ventes d'appartements"</a:t>
            </a: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vente</a:t>
            </a: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bien</a:t>
            </a:r>
            <a:r>
              <a:rPr lang="fr-FR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fr-FR" sz="16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vente.Bien_bien_id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6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bien.bien_id</a:t>
            </a:r>
            <a:endParaRPr lang="fr-FR" sz="1600" kern="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US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local_type</a:t>
            </a:r>
            <a:r>
              <a:rPr lang="en-US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= 'Appartement'</a:t>
            </a:r>
            <a:endParaRPr lang="fr-FR" sz="1600" kern="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sz="16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pieces_nombre</a:t>
            </a:r>
            <a:endParaRPr lang="fr-FR" sz="1600" kern="1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fr-FR" sz="1600" kern="1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pieces_nombre</a:t>
            </a:r>
            <a:r>
              <a:rPr lang="fr-FR" sz="16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973CDC04-90C4-B5CC-4FA0-7E63AEC31942}"/>
              </a:ext>
            </a:extLst>
          </p:cNvPr>
          <p:cNvCxnSpPr>
            <a:cxnSpLocks/>
          </p:cNvCxnSpPr>
          <p:nvPr/>
        </p:nvCxnSpPr>
        <p:spPr>
          <a:xfrm>
            <a:off x="5849049" y="149289"/>
            <a:ext cx="0" cy="6559421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itre 1">
            <a:extLst>
              <a:ext uri="{FF2B5EF4-FFF2-40B4-BE49-F238E27FC236}">
                <a16:creationId xmlns:a16="http://schemas.microsoft.com/office/drawing/2014/main" id="{A78192B0-EFD3-0AF7-C2A7-315F42ADDA94}"/>
              </a:ext>
            </a:extLst>
          </p:cNvPr>
          <p:cNvSpPr txBox="1">
            <a:spLocks/>
          </p:cNvSpPr>
          <p:nvPr/>
        </p:nvSpPr>
        <p:spPr>
          <a:xfrm>
            <a:off x="5900990" y="5876500"/>
            <a:ext cx="6291010" cy="606596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>
              <a:lnSpc>
                <a:spcPct val="80000"/>
              </a:lnSpc>
              <a:spcBef>
                <a:spcPct val="0"/>
              </a:spcBef>
              <a:buNone/>
              <a:defRPr sz="2400" b="1" i="0" spc="100" baseline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Requête 4 : Liste des 10 départements où le prix du mètre carré est le plus élevé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0A26FC7-F553-1700-B3E4-7E65A408C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484" y="4015783"/>
            <a:ext cx="3036492" cy="284221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C573914-800A-4C89-0AAB-A38850C42588}"/>
              </a:ext>
            </a:extLst>
          </p:cNvPr>
          <p:cNvSpPr txBox="1"/>
          <p:nvPr/>
        </p:nvSpPr>
        <p:spPr>
          <a:xfrm>
            <a:off x="6025079" y="2774755"/>
            <a:ext cx="5470234" cy="30431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fr-FR"/>
            </a:defPPr>
            <a:lvl1pPr>
              <a:lnSpc>
                <a:spcPct val="107000"/>
              </a:lnSpc>
              <a:defRPr sz="1600" i="1" kern="10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SELECT</a:t>
            </a:r>
            <a:r>
              <a:rPr lang="fr-FR" i="0" dirty="0"/>
              <a:t> </a:t>
            </a:r>
            <a:r>
              <a:rPr lang="fr-FR" i="0" dirty="0" err="1"/>
              <a:t>dep_nom</a:t>
            </a:r>
            <a:r>
              <a:rPr lang="fr-FR" i="0" dirty="0"/>
              <a:t>, </a:t>
            </a:r>
            <a:r>
              <a:rPr lang="fr-FR" dirty="0"/>
              <a:t>AVG</a:t>
            </a:r>
            <a:r>
              <a:rPr lang="fr-FR" i="0" dirty="0"/>
              <a:t>(</a:t>
            </a:r>
            <a:r>
              <a:rPr lang="fr-FR" i="0" dirty="0" err="1"/>
              <a:t>valeur_fonciere</a:t>
            </a:r>
            <a:r>
              <a:rPr lang="fr-FR" i="0" dirty="0"/>
              <a:t> / </a:t>
            </a:r>
            <a:r>
              <a:rPr lang="fr-FR" i="0" dirty="0" err="1"/>
              <a:t>surface_carree</a:t>
            </a:r>
            <a:r>
              <a:rPr lang="fr-FR" i="0" dirty="0"/>
              <a:t>) </a:t>
            </a:r>
          </a:p>
          <a:p>
            <a:r>
              <a:rPr lang="fr-FR" dirty="0"/>
              <a:t>AS </a:t>
            </a:r>
            <a:r>
              <a:rPr lang="fr-FR" i="0" dirty="0"/>
              <a:t>prix_m2,</a:t>
            </a:r>
          </a:p>
          <a:p>
            <a:r>
              <a:rPr lang="fr-FR" dirty="0"/>
              <a:t>FROM</a:t>
            </a:r>
            <a:r>
              <a:rPr lang="fr-FR" i="0" dirty="0"/>
              <a:t> vente</a:t>
            </a:r>
          </a:p>
          <a:p>
            <a:r>
              <a:rPr lang="fr-FR" dirty="0"/>
              <a:t>JOIN</a:t>
            </a:r>
            <a:r>
              <a:rPr lang="fr-FR" i="0" dirty="0"/>
              <a:t> bien </a:t>
            </a:r>
            <a:r>
              <a:rPr lang="fr-FR" dirty="0"/>
              <a:t>ON</a:t>
            </a:r>
            <a:r>
              <a:rPr lang="fr-FR" i="0" dirty="0"/>
              <a:t> </a:t>
            </a:r>
            <a:r>
              <a:rPr lang="fr-FR" i="0" dirty="0" err="1"/>
              <a:t>vente.Bien_bien_id</a:t>
            </a:r>
            <a:r>
              <a:rPr lang="fr-FR" i="0" dirty="0"/>
              <a:t> = </a:t>
            </a:r>
            <a:r>
              <a:rPr lang="fr-FR" i="0" dirty="0" err="1"/>
              <a:t>bien.bien_id</a:t>
            </a:r>
            <a:endParaRPr lang="fr-FR" i="0" dirty="0"/>
          </a:p>
          <a:p>
            <a:r>
              <a:rPr lang="fr-FR" dirty="0"/>
              <a:t>JOIN</a:t>
            </a:r>
            <a:r>
              <a:rPr lang="fr-FR" i="0" dirty="0"/>
              <a:t> commune </a:t>
            </a:r>
            <a:r>
              <a:rPr lang="fr-FR" dirty="0"/>
              <a:t>ON</a:t>
            </a:r>
            <a:r>
              <a:rPr lang="fr-FR" i="0" dirty="0"/>
              <a:t> </a:t>
            </a:r>
            <a:r>
              <a:rPr lang="fr-FR" i="0" dirty="0" err="1"/>
              <a:t>bien.Commune_code_dep_com</a:t>
            </a:r>
            <a:r>
              <a:rPr lang="fr-FR" i="0" dirty="0"/>
              <a:t> = </a:t>
            </a:r>
            <a:r>
              <a:rPr lang="fr-FR" i="0" dirty="0" err="1"/>
              <a:t>commune.code_dep_com</a:t>
            </a:r>
            <a:endParaRPr lang="fr-FR" i="0" dirty="0"/>
          </a:p>
          <a:p>
            <a:r>
              <a:rPr lang="fr-FR" dirty="0"/>
              <a:t>JOIN</a:t>
            </a:r>
            <a:r>
              <a:rPr lang="fr-FR" i="0" dirty="0"/>
              <a:t> département </a:t>
            </a:r>
            <a:r>
              <a:rPr lang="fr-FR" dirty="0"/>
              <a:t>ON</a:t>
            </a:r>
            <a:r>
              <a:rPr lang="fr-FR" i="0" dirty="0"/>
              <a:t> </a:t>
            </a:r>
            <a:r>
              <a:rPr lang="fr-FR" i="0" dirty="0" err="1"/>
              <a:t>commune.Département_dep_code</a:t>
            </a:r>
            <a:r>
              <a:rPr lang="fr-FR" i="0" dirty="0"/>
              <a:t> = </a:t>
            </a:r>
            <a:r>
              <a:rPr lang="fr-FR" i="0" dirty="0" err="1"/>
              <a:t>département.dep_code</a:t>
            </a:r>
            <a:endParaRPr lang="fr-FR" i="0" dirty="0"/>
          </a:p>
          <a:p>
            <a:r>
              <a:rPr lang="en-US" dirty="0"/>
              <a:t>GROUP BY </a:t>
            </a:r>
            <a:r>
              <a:rPr lang="en-US" i="0" dirty="0" err="1"/>
              <a:t>dep_nom</a:t>
            </a:r>
            <a:endParaRPr lang="fr-FR" i="0" dirty="0"/>
          </a:p>
          <a:p>
            <a:r>
              <a:rPr lang="en-US" dirty="0"/>
              <a:t>ORDER BY </a:t>
            </a:r>
            <a:r>
              <a:rPr lang="en-US" i="0" dirty="0"/>
              <a:t>prix_m2 </a:t>
            </a:r>
            <a:r>
              <a:rPr lang="en-US" dirty="0"/>
              <a:t>DESC</a:t>
            </a:r>
            <a:endParaRPr lang="fr-FR" dirty="0"/>
          </a:p>
          <a:p>
            <a:r>
              <a:rPr lang="fr-FR" dirty="0"/>
              <a:t>LIMIT </a:t>
            </a:r>
            <a:r>
              <a:rPr lang="fr-FR" i="0" dirty="0"/>
              <a:t>10;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DE12B4C-1D04-EB1F-5227-F3A194F9E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968" y="100858"/>
            <a:ext cx="3125053" cy="261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150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DCA7220-ED7A-D8E8-7EF8-86775C7C2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2187" y="175990"/>
            <a:ext cx="2361712" cy="131083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26271D1-018C-386C-FAFA-755AA5E56297}"/>
              </a:ext>
            </a:extLst>
          </p:cNvPr>
          <p:cNvSpPr txBox="1">
            <a:spLocks/>
          </p:cNvSpPr>
          <p:nvPr/>
        </p:nvSpPr>
        <p:spPr>
          <a:xfrm>
            <a:off x="111541" y="324317"/>
            <a:ext cx="5580132" cy="830643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>
              <a:lnSpc>
                <a:spcPct val="80000"/>
              </a:lnSpc>
              <a:spcBef>
                <a:spcPct val="0"/>
              </a:spcBef>
              <a:buNone/>
              <a:defRPr sz="2400" b="1" i="0" spc="100" baseline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Requête 5 : Prix moyen du mètre carré d’une maison en Île-de-France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973CDC04-90C4-B5CC-4FA0-7E63AEC31942}"/>
              </a:ext>
            </a:extLst>
          </p:cNvPr>
          <p:cNvCxnSpPr>
            <a:cxnSpLocks/>
          </p:cNvCxnSpPr>
          <p:nvPr/>
        </p:nvCxnSpPr>
        <p:spPr>
          <a:xfrm>
            <a:off x="5849049" y="149289"/>
            <a:ext cx="0" cy="6559421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itre 1">
            <a:extLst>
              <a:ext uri="{FF2B5EF4-FFF2-40B4-BE49-F238E27FC236}">
                <a16:creationId xmlns:a16="http://schemas.microsoft.com/office/drawing/2014/main" id="{A78192B0-EFD3-0AF7-C2A7-315F42ADDA94}"/>
              </a:ext>
            </a:extLst>
          </p:cNvPr>
          <p:cNvSpPr txBox="1">
            <a:spLocks/>
          </p:cNvSpPr>
          <p:nvPr/>
        </p:nvSpPr>
        <p:spPr>
          <a:xfrm>
            <a:off x="5900990" y="5605666"/>
            <a:ext cx="6291010" cy="606596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>
              <a:lnSpc>
                <a:spcPct val="80000"/>
              </a:lnSpc>
              <a:spcBef>
                <a:spcPct val="0"/>
              </a:spcBef>
              <a:buNone/>
              <a:defRPr sz="2400" b="1" i="0" spc="100" baseline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Requête 6 : Liste des 10 appartements les plus chers avec la région et le nombre de mètres carrés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45A3D2C-7F9D-30D6-17DE-760CAF635474}"/>
              </a:ext>
            </a:extLst>
          </p:cNvPr>
          <p:cNvSpPr txBox="1"/>
          <p:nvPr/>
        </p:nvSpPr>
        <p:spPr>
          <a:xfrm>
            <a:off x="128101" y="1341572"/>
            <a:ext cx="4858911" cy="323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SELECT AVG 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valeur_fonciere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/ 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surface_carree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vente</a:t>
            </a: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bien </a:t>
            </a: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vente.Bien_bien_id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bien.bien_id</a:t>
            </a:r>
            <a:endParaRPr lang="fr-FR" sz="16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commune </a:t>
            </a: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bien.Commune_code_dep_com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commune.code_dep_com</a:t>
            </a:r>
            <a:endParaRPr lang="fr-FR" sz="16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département </a:t>
            </a: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commune.Département_dep_code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département.dep_code</a:t>
            </a:r>
            <a:endParaRPr lang="fr-FR" sz="16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région </a:t>
            </a: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département.Région_reg_code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région.reg_code</a:t>
            </a:r>
            <a:endParaRPr lang="fr-FR" sz="16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US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local_type</a:t>
            </a:r>
            <a:r>
              <a:rPr lang="en-US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= '</a:t>
            </a:r>
            <a:r>
              <a:rPr lang="en-US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maison</a:t>
            </a:r>
            <a:r>
              <a:rPr lang="en-US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endParaRPr lang="fr-FR" sz="16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reg_nom</a:t>
            </a:r>
            <a:r>
              <a:rPr lang="en-US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= 'Ile-de-France'</a:t>
            </a:r>
            <a:endParaRPr lang="fr-FR" sz="16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96EB648-0D46-7BB7-55E3-8919B1966F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253" r="62040"/>
          <a:stretch/>
        </p:blipFill>
        <p:spPr>
          <a:xfrm>
            <a:off x="204234" y="5218855"/>
            <a:ext cx="4706644" cy="10994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8284D452-9D78-181F-BF78-87284BB5676A}"/>
              </a:ext>
            </a:extLst>
          </p:cNvPr>
          <p:cNvSpPr txBox="1"/>
          <p:nvPr/>
        </p:nvSpPr>
        <p:spPr>
          <a:xfrm>
            <a:off x="5925182" y="1690287"/>
            <a:ext cx="5152986" cy="37622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fr-FR"/>
            </a:defPPr>
            <a:lvl1pPr>
              <a:lnSpc>
                <a:spcPct val="107000"/>
              </a:lnSpc>
              <a:spcAft>
                <a:spcPts val="800"/>
              </a:spcAft>
              <a:defRPr sz="1600" i="1" kern="10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fr-FR" dirty="0"/>
              <a:t>SELECT </a:t>
            </a:r>
            <a:r>
              <a:rPr lang="fr-FR" dirty="0" err="1"/>
              <a:t>bien_id</a:t>
            </a:r>
            <a:r>
              <a:rPr lang="fr-FR" dirty="0"/>
              <a:t> AS </a:t>
            </a:r>
            <a:r>
              <a:rPr lang="fr-FR" dirty="0" err="1"/>
              <a:t>bien_id</a:t>
            </a:r>
            <a:r>
              <a:rPr lang="fr-FR" dirty="0"/>
              <a:t>, </a:t>
            </a:r>
            <a:r>
              <a:rPr lang="fr-FR" dirty="0" err="1"/>
              <a:t>valeur_fonciere</a:t>
            </a:r>
            <a:r>
              <a:rPr lang="fr-FR" dirty="0"/>
              <a:t> AS prix, </a:t>
            </a:r>
            <a:r>
              <a:rPr lang="fr-FR" dirty="0" err="1"/>
              <a:t>reg_nom</a:t>
            </a:r>
            <a:r>
              <a:rPr lang="fr-FR" dirty="0"/>
              <a:t> AS région, </a:t>
            </a:r>
            <a:r>
              <a:rPr lang="fr-FR" dirty="0" err="1"/>
              <a:t>surface_carree</a:t>
            </a:r>
            <a:r>
              <a:rPr lang="fr-FR" dirty="0"/>
              <a:t> AS </a:t>
            </a:r>
            <a:r>
              <a:rPr lang="fr-FR" dirty="0" err="1"/>
              <a:t>mètres_carrés</a:t>
            </a:r>
            <a:r>
              <a:rPr lang="fr-FR" dirty="0"/>
              <a:t>, </a:t>
            </a:r>
            <a:r>
              <a:rPr lang="fr-FR" dirty="0" err="1"/>
              <a:t>dep_code</a:t>
            </a:r>
            <a:r>
              <a:rPr lang="fr-FR" dirty="0"/>
              <a:t> AS </a:t>
            </a:r>
            <a:r>
              <a:rPr lang="fr-FR" dirty="0" err="1"/>
              <a:t>code_dep</a:t>
            </a:r>
            <a:endParaRPr lang="fr-FR" dirty="0"/>
          </a:p>
          <a:p>
            <a:pPr>
              <a:spcAft>
                <a:spcPts val="0"/>
              </a:spcAft>
            </a:pPr>
            <a:r>
              <a:rPr lang="fr-FR" dirty="0"/>
              <a:t>FROM</a:t>
            </a:r>
            <a:r>
              <a:rPr lang="fr-FR" i="0" dirty="0"/>
              <a:t> vente</a:t>
            </a:r>
          </a:p>
          <a:p>
            <a:pPr>
              <a:spcAft>
                <a:spcPts val="0"/>
              </a:spcAft>
            </a:pPr>
            <a:r>
              <a:rPr lang="fr-FR" dirty="0"/>
              <a:t>JOIN</a:t>
            </a:r>
            <a:r>
              <a:rPr lang="fr-FR" i="0" dirty="0"/>
              <a:t> bien </a:t>
            </a:r>
            <a:r>
              <a:rPr lang="fr-FR" dirty="0"/>
              <a:t>ON</a:t>
            </a:r>
            <a:r>
              <a:rPr lang="fr-FR" i="0" dirty="0"/>
              <a:t> </a:t>
            </a:r>
            <a:r>
              <a:rPr lang="fr-FR" i="0" dirty="0" err="1"/>
              <a:t>vente.Bien_bien_id</a:t>
            </a:r>
            <a:r>
              <a:rPr lang="fr-FR" i="0" dirty="0"/>
              <a:t> = </a:t>
            </a:r>
            <a:r>
              <a:rPr lang="fr-FR" i="0" dirty="0" err="1"/>
              <a:t>bien.bien_id</a:t>
            </a:r>
            <a:endParaRPr lang="fr-FR" i="0" dirty="0"/>
          </a:p>
          <a:p>
            <a:pPr>
              <a:spcAft>
                <a:spcPts val="0"/>
              </a:spcAft>
            </a:pPr>
            <a:r>
              <a:rPr lang="fr-FR" dirty="0"/>
              <a:t>JOIN</a:t>
            </a:r>
            <a:r>
              <a:rPr lang="fr-FR" i="0" dirty="0"/>
              <a:t> commune </a:t>
            </a:r>
            <a:r>
              <a:rPr lang="fr-FR" dirty="0"/>
              <a:t>ON</a:t>
            </a:r>
            <a:r>
              <a:rPr lang="fr-FR" i="0" dirty="0"/>
              <a:t> </a:t>
            </a:r>
            <a:r>
              <a:rPr lang="fr-FR" i="0" dirty="0" err="1"/>
              <a:t>bien.Commune_code_dep_com</a:t>
            </a:r>
            <a:r>
              <a:rPr lang="fr-FR" i="0" dirty="0"/>
              <a:t> = </a:t>
            </a:r>
            <a:r>
              <a:rPr lang="fr-FR" i="0" dirty="0" err="1"/>
              <a:t>commune.code_dep_com</a:t>
            </a:r>
            <a:endParaRPr lang="fr-FR" i="0" dirty="0"/>
          </a:p>
          <a:p>
            <a:pPr>
              <a:spcAft>
                <a:spcPts val="0"/>
              </a:spcAft>
            </a:pPr>
            <a:r>
              <a:rPr lang="fr-FR" i="0" dirty="0"/>
              <a:t>JOIN département ON </a:t>
            </a:r>
            <a:r>
              <a:rPr lang="fr-FR" i="0" dirty="0" err="1"/>
              <a:t>commune.Département_dep_code</a:t>
            </a:r>
            <a:r>
              <a:rPr lang="fr-FR" i="0" dirty="0"/>
              <a:t> = </a:t>
            </a:r>
            <a:r>
              <a:rPr lang="fr-FR" i="0" dirty="0" err="1"/>
              <a:t>département.dep_code</a:t>
            </a:r>
            <a:endParaRPr lang="fr-FR" i="0" dirty="0"/>
          </a:p>
          <a:p>
            <a:pPr>
              <a:spcAft>
                <a:spcPts val="0"/>
              </a:spcAft>
            </a:pPr>
            <a:r>
              <a:rPr lang="fr-FR" i="0" dirty="0"/>
              <a:t>JOIN région ON </a:t>
            </a:r>
            <a:r>
              <a:rPr lang="fr-FR" i="0" dirty="0" err="1"/>
              <a:t>département.Région_reg_code</a:t>
            </a:r>
            <a:r>
              <a:rPr lang="fr-FR" i="0" dirty="0"/>
              <a:t> = </a:t>
            </a:r>
            <a:r>
              <a:rPr lang="fr-FR" i="0" dirty="0" err="1"/>
              <a:t>région.reg_code</a:t>
            </a:r>
            <a:endParaRPr lang="fr-FR" i="0" dirty="0"/>
          </a:p>
          <a:p>
            <a:pPr>
              <a:spcAft>
                <a:spcPts val="0"/>
              </a:spcAft>
            </a:pPr>
            <a:r>
              <a:rPr lang="fr-FR" dirty="0"/>
              <a:t>WHERE</a:t>
            </a:r>
            <a:r>
              <a:rPr lang="fr-FR" i="0" dirty="0"/>
              <a:t> </a:t>
            </a:r>
            <a:r>
              <a:rPr lang="fr-FR" i="0" dirty="0" err="1"/>
              <a:t>local_type</a:t>
            </a:r>
            <a:r>
              <a:rPr lang="fr-FR" i="0" dirty="0"/>
              <a:t> = 'appartement'</a:t>
            </a:r>
          </a:p>
          <a:p>
            <a:pPr>
              <a:spcAft>
                <a:spcPts val="0"/>
              </a:spcAft>
            </a:pPr>
            <a:r>
              <a:rPr lang="fr-FR" dirty="0"/>
              <a:t>ORDER</a:t>
            </a:r>
            <a:r>
              <a:rPr lang="fr-FR" i="0" dirty="0"/>
              <a:t> BY </a:t>
            </a:r>
            <a:r>
              <a:rPr lang="fr-FR" i="0" dirty="0" err="1"/>
              <a:t>valeur_fonciere</a:t>
            </a:r>
            <a:r>
              <a:rPr lang="fr-FR" i="0" dirty="0"/>
              <a:t> </a:t>
            </a:r>
            <a:r>
              <a:rPr lang="fr-FR" dirty="0"/>
              <a:t>DESC </a:t>
            </a:r>
            <a:r>
              <a:rPr lang="fr-FR" i="0" dirty="0"/>
              <a:t> </a:t>
            </a:r>
          </a:p>
          <a:p>
            <a:pPr>
              <a:spcAft>
                <a:spcPts val="0"/>
              </a:spcAft>
            </a:pPr>
            <a:r>
              <a:rPr lang="fr-FR" dirty="0"/>
              <a:t>LIMIT</a:t>
            </a:r>
            <a:r>
              <a:rPr lang="fr-FR" i="0" dirty="0"/>
              <a:t> 10 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D51DC4C-C1B8-11A6-7074-BD909BF910F3}"/>
              </a:ext>
            </a:extLst>
          </p:cNvPr>
          <p:cNvSpPr/>
          <p:nvPr/>
        </p:nvSpPr>
        <p:spPr>
          <a:xfrm>
            <a:off x="9489403" y="116419"/>
            <a:ext cx="2702597" cy="6065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484A5A06-A077-3335-2378-B61069AF9AA3}"/>
              </a:ext>
            </a:extLst>
          </p:cNvPr>
          <p:cNvSpPr/>
          <p:nvPr/>
        </p:nvSpPr>
        <p:spPr>
          <a:xfrm>
            <a:off x="6105290" y="831407"/>
            <a:ext cx="2808205" cy="606596"/>
          </a:xfrm>
          <a:prstGeom prst="arc">
            <a:avLst>
              <a:gd name="adj1" fmla="val 685792"/>
              <a:gd name="adj2" fmla="val 10946473"/>
            </a:avLst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02224F97-AF3F-D137-3082-D0FC07C37671}"/>
              </a:ext>
            </a:extLst>
          </p:cNvPr>
          <p:cNvCxnSpPr>
            <a:cxnSpLocks/>
          </p:cNvCxnSpPr>
          <p:nvPr/>
        </p:nvCxnSpPr>
        <p:spPr>
          <a:xfrm flipV="1">
            <a:off x="9303910" y="739624"/>
            <a:ext cx="270923" cy="149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45F7D3EC-88AC-4AA7-BFE8-1F790DF255D7}"/>
              </a:ext>
            </a:extLst>
          </p:cNvPr>
          <p:cNvSpPr txBox="1"/>
          <p:nvPr/>
        </p:nvSpPr>
        <p:spPr>
          <a:xfrm>
            <a:off x="6318074" y="504013"/>
            <a:ext cx="30439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1- 9 000 000 </a:t>
            </a:r>
            <a:r>
              <a:rPr lang="fr-FR" sz="1400" b="0" i="0" dirty="0">
                <a:solidFill>
                  <a:srgbClr val="040C28"/>
                </a:solidFill>
                <a:effectLst/>
                <a:latin typeface="Google Sans"/>
              </a:rPr>
              <a:t>€</a:t>
            </a:r>
            <a:r>
              <a:rPr lang="fr-FR" sz="14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/ Ile-de-France / 9.1m2</a:t>
            </a:r>
          </a:p>
          <a:p>
            <a:r>
              <a:rPr lang="fr-FR" sz="14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2- 8 600 000 </a:t>
            </a:r>
            <a:r>
              <a:rPr lang="fr-FR" sz="1400" b="0" i="0" dirty="0">
                <a:solidFill>
                  <a:srgbClr val="040C28"/>
                </a:solidFill>
                <a:effectLst/>
                <a:latin typeface="Google Sans"/>
              </a:rPr>
              <a:t>€ / Ile-de-France / 64m2 </a:t>
            </a:r>
            <a:r>
              <a:rPr lang="fr-FR" sz="14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3- 8 577 710 / Ile-de-France / 20.55m2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965557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6271D1-018C-386C-FAFA-755AA5E56297}"/>
              </a:ext>
            </a:extLst>
          </p:cNvPr>
          <p:cNvSpPr txBox="1">
            <a:spLocks/>
          </p:cNvSpPr>
          <p:nvPr/>
        </p:nvSpPr>
        <p:spPr>
          <a:xfrm>
            <a:off x="268917" y="324317"/>
            <a:ext cx="11478324" cy="830643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>
              <a:lnSpc>
                <a:spcPct val="80000"/>
              </a:lnSpc>
              <a:spcBef>
                <a:spcPct val="0"/>
              </a:spcBef>
              <a:buNone/>
              <a:defRPr sz="2400" b="1" i="0" spc="100" baseline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Requête 7 : Taux d’évolution du nombre de ventes entre le premier et le second trimestre de 2020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45A3D2C-7F9D-30D6-17DE-760CAF635474}"/>
              </a:ext>
            </a:extLst>
          </p:cNvPr>
          <p:cNvSpPr txBox="1"/>
          <p:nvPr/>
        </p:nvSpPr>
        <p:spPr>
          <a:xfrm>
            <a:off x="268917" y="1154960"/>
            <a:ext cx="10499887" cy="53430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fr-FR"/>
            </a:defPPr>
            <a:lvl1pPr>
              <a:lnSpc>
                <a:spcPct val="107000"/>
              </a:lnSpc>
              <a:defRPr sz="1600" i="1" kern="10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WITH</a:t>
            </a:r>
            <a:r>
              <a:rPr lang="fr-FR" i="0" dirty="0"/>
              <a:t> </a:t>
            </a:r>
            <a:r>
              <a:rPr lang="fr-FR" i="0" dirty="0" err="1"/>
              <a:t>ventes_par_trimestre</a:t>
            </a:r>
            <a:r>
              <a:rPr lang="fr-FR" dirty="0"/>
              <a:t> AS </a:t>
            </a:r>
          </a:p>
          <a:p>
            <a:r>
              <a:rPr lang="fr-FR" i="0" dirty="0"/>
              <a:t>(</a:t>
            </a:r>
          </a:p>
          <a:p>
            <a:r>
              <a:rPr lang="fr-FR" dirty="0"/>
              <a:t>    </a:t>
            </a:r>
            <a:r>
              <a:rPr lang="en-US" dirty="0"/>
              <a:t>SELECT</a:t>
            </a:r>
            <a:endParaRPr lang="fr-FR" dirty="0"/>
          </a:p>
          <a:p>
            <a:r>
              <a:rPr lang="en-US" dirty="0"/>
              <a:t>    CASE</a:t>
            </a:r>
            <a:endParaRPr lang="fr-FR" dirty="0"/>
          </a:p>
          <a:p>
            <a:r>
              <a:rPr lang="en-US" i="0" dirty="0"/>
              <a:t>      </a:t>
            </a:r>
            <a:r>
              <a:rPr lang="en-US" dirty="0"/>
              <a:t>WHEN MONTH</a:t>
            </a:r>
            <a:r>
              <a:rPr lang="en-US" i="0" dirty="0"/>
              <a:t>(</a:t>
            </a:r>
            <a:r>
              <a:rPr lang="en-US" i="0" dirty="0" err="1"/>
              <a:t>date_mutation</a:t>
            </a:r>
            <a:r>
              <a:rPr lang="en-US" i="0" dirty="0"/>
              <a:t>) </a:t>
            </a:r>
            <a:r>
              <a:rPr lang="en-US" dirty="0"/>
              <a:t>BETWEEN</a:t>
            </a:r>
            <a:r>
              <a:rPr lang="en-US" i="0" dirty="0"/>
              <a:t> 1 </a:t>
            </a:r>
            <a:r>
              <a:rPr lang="en-US" dirty="0"/>
              <a:t>AND</a:t>
            </a:r>
            <a:r>
              <a:rPr lang="en-US" i="0" dirty="0"/>
              <a:t> 3 </a:t>
            </a:r>
            <a:r>
              <a:rPr lang="en-US" dirty="0"/>
              <a:t>THEN</a:t>
            </a:r>
            <a:r>
              <a:rPr lang="en-US" i="0" dirty="0"/>
              <a:t> 'T1'</a:t>
            </a:r>
            <a:endParaRPr lang="fr-FR" i="0" dirty="0"/>
          </a:p>
          <a:p>
            <a:r>
              <a:rPr lang="en-US" dirty="0"/>
              <a:t>      WHEN MONTH</a:t>
            </a:r>
            <a:r>
              <a:rPr lang="en-US" i="0" dirty="0"/>
              <a:t>(</a:t>
            </a:r>
            <a:r>
              <a:rPr lang="en-US" i="0" dirty="0" err="1"/>
              <a:t>date_mutation</a:t>
            </a:r>
            <a:r>
              <a:rPr lang="en-US" i="0" dirty="0"/>
              <a:t>) </a:t>
            </a:r>
            <a:r>
              <a:rPr lang="en-US" dirty="0"/>
              <a:t>BETWEEN</a:t>
            </a:r>
            <a:r>
              <a:rPr lang="en-US" i="0" dirty="0"/>
              <a:t> 4 </a:t>
            </a:r>
            <a:r>
              <a:rPr lang="en-US" dirty="0"/>
              <a:t>AND </a:t>
            </a:r>
            <a:r>
              <a:rPr lang="en-US" i="0" dirty="0"/>
              <a:t>6 </a:t>
            </a:r>
            <a:r>
              <a:rPr lang="en-US" dirty="0"/>
              <a:t>THEN</a:t>
            </a:r>
            <a:r>
              <a:rPr lang="en-US" i="0" dirty="0"/>
              <a:t> 'T2'</a:t>
            </a:r>
            <a:endParaRPr lang="fr-FR" i="0" dirty="0"/>
          </a:p>
          <a:p>
            <a:r>
              <a:rPr lang="en-US" i="0" dirty="0"/>
              <a:t>   </a:t>
            </a:r>
            <a:r>
              <a:rPr lang="en-US" dirty="0"/>
              <a:t> END AS</a:t>
            </a:r>
            <a:r>
              <a:rPr lang="en-US" i="0" dirty="0"/>
              <a:t> </a:t>
            </a:r>
            <a:r>
              <a:rPr lang="en-US" i="0" dirty="0" err="1"/>
              <a:t>trimestre</a:t>
            </a:r>
            <a:r>
              <a:rPr lang="en-US" i="0" dirty="0"/>
              <a:t>,</a:t>
            </a:r>
            <a:endParaRPr lang="fr-FR" i="0" dirty="0"/>
          </a:p>
          <a:p>
            <a:r>
              <a:rPr lang="en-US" i="0" dirty="0"/>
              <a:t>    </a:t>
            </a:r>
            <a:r>
              <a:rPr lang="en-US" dirty="0"/>
              <a:t>COUNT(*) AS </a:t>
            </a:r>
            <a:r>
              <a:rPr lang="en-US" i="0" dirty="0" err="1"/>
              <a:t>nombre_ventes</a:t>
            </a:r>
            <a:endParaRPr lang="fr-FR" i="0" dirty="0"/>
          </a:p>
          <a:p>
            <a:r>
              <a:rPr lang="en-US" i="0" dirty="0"/>
              <a:t>  </a:t>
            </a:r>
            <a:r>
              <a:rPr lang="en-US" dirty="0"/>
              <a:t>FROM </a:t>
            </a:r>
            <a:r>
              <a:rPr lang="en-US" i="0" dirty="0"/>
              <a:t>vente</a:t>
            </a:r>
            <a:endParaRPr lang="fr-FR" i="0" dirty="0"/>
          </a:p>
          <a:p>
            <a:r>
              <a:rPr lang="en-US" i="0" dirty="0"/>
              <a:t> </a:t>
            </a:r>
            <a:r>
              <a:rPr lang="en-US" dirty="0"/>
              <a:t> WHERE </a:t>
            </a:r>
            <a:r>
              <a:rPr lang="en-US" i="0" dirty="0" err="1"/>
              <a:t>date_mutation</a:t>
            </a:r>
            <a:r>
              <a:rPr lang="en-US" i="0" dirty="0"/>
              <a:t> </a:t>
            </a:r>
            <a:r>
              <a:rPr lang="en-US" dirty="0"/>
              <a:t>BETWEEN</a:t>
            </a:r>
            <a:r>
              <a:rPr lang="en-US" i="0" dirty="0"/>
              <a:t> '2020-01-01' </a:t>
            </a:r>
            <a:r>
              <a:rPr lang="en-US" dirty="0"/>
              <a:t>AND</a:t>
            </a:r>
            <a:r>
              <a:rPr lang="en-US" i="0" dirty="0"/>
              <a:t> '2020-06-30'</a:t>
            </a:r>
            <a:endParaRPr lang="fr-FR" i="0" dirty="0"/>
          </a:p>
          <a:p>
            <a:r>
              <a:rPr lang="en-US" i="0" dirty="0"/>
              <a:t>  </a:t>
            </a:r>
            <a:r>
              <a:rPr lang="fr-FR" dirty="0"/>
              <a:t>GROUP BY </a:t>
            </a:r>
            <a:r>
              <a:rPr lang="fr-FR" i="0" dirty="0"/>
              <a:t>trimestre</a:t>
            </a:r>
          </a:p>
          <a:p>
            <a:r>
              <a:rPr lang="fr-FR" i="0" dirty="0"/>
              <a:t>)</a:t>
            </a:r>
          </a:p>
          <a:p>
            <a:r>
              <a:rPr lang="fr-FR" i="0" dirty="0"/>
              <a:t> </a:t>
            </a:r>
          </a:p>
          <a:p>
            <a:r>
              <a:rPr lang="fr-FR" dirty="0"/>
              <a:t>SELECT</a:t>
            </a:r>
            <a:r>
              <a:rPr lang="fr-FR" i="0" dirty="0"/>
              <a:t> </a:t>
            </a:r>
          </a:p>
          <a:p>
            <a:r>
              <a:rPr lang="fr-FR" i="0" dirty="0"/>
              <a:t>  (</a:t>
            </a:r>
            <a:r>
              <a:rPr lang="fr-FR" dirty="0"/>
              <a:t>SELECT</a:t>
            </a:r>
            <a:r>
              <a:rPr lang="fr-FR" i="0" dirty="0"/>
              <a:t> </a:t>
            </a:r>
            <a:r>
              <a:rPr lang="fr-FR" i="0" dirty="0" err="1"/>
              <a:t>nombre_ventes</a:t>
            </a:r>
            <a:r>
              <a:rPr lang="fr-FR" i="0" dirty="0"/>
              <a:t> </a:t>
            </a:r>
            <a:r>
              <a:rPr lang="fr-FR" dirty="0"/>
              <a:t>FROM</a:t>
            </a:r>
            <a:r>
              <a:rPr lang="fr-FR" i="0" dirty="0"/>
              <a:t> </a:t>
            </a:r>
            <a:r>
              <a:rPr lang="fr-FR" i="0" dirty="0" err="1"/>
              <a:t>ventes_par_trimestre</a:t>
            </a:r>
            <a:r>
              <a:rPr lang="fr-FR" i="0" dirty="0"/>
              <a:t> </a:t>
            </a:r>
            <a:r>
              <a:rPr lang="fr-FR" dirty="0"/>
              <a:t>WHERE</a:t>
            </a:r>
            <a:r>
              <a:rPr lang="fr-FR" i="0" dirty="0"/>
              <a:t> trimestre = 'T2') -</a:t>
            </a:r>
          </a:p>
          <a:p>
            <a:r>
              <a:rPr lang="fr-FR" i="0" dirty="0"/>
              <a:t>  (</a:t>
            </a:r>
            <a:r>
              <a:rPr lang="fr-FR" dirty="0"/>
              <a:t>SELECT</a:t>
            </a:r>
            <a:r>
              <a:rPr lang="fr-FR" i="0" dirty="0"/>
              <a:t> </a:t>
            </a:r>
            <a:r>
              <a:rPr lang="fr-FR" i="0" dirty="0" err="1"/>
              <a:t>nombre_ventes</a:t>
            </a:r>
            <a:r>
              <a:rPr lang="fr-FR" i="0" dirty="0"/>
              <a:t> </a:t>
            </a:r>
            <a:r>
              <a:rPr lang="fr-FR" dirty="0"/>
              <a:t>FROM</a:t>
            </a:r>
            <a:r>
              <a:rPr lang="fr-FR" i="0" dirty="0"/>
              <a:t> </a:t>
            </a:r>
            <a:r>
              <a:rPr lang="fr-FR" i="0" dirty="0" err="1"/>
              <a:t>ventes_par_trimestre</a:t>
            </a:r>
            <a:r>
              <a:rPr lang="fr-FR" i="0" dirty="0"/>
              <a:t> </a:t>
            </a:r>
            <a:r>
              <a:rPr lang="fr-FR" dirty="0"/>
              <a:t>WHERE</a:t>
            </a:r>
            <a:r>
              <a:rPr lang="fr-FR" i="0" dirty="0"/>
              <a:t> trimestre = 'T1') </a:t>
            </a:r>
          </a:p>
          <a:p>
            <a:r>
              <a:rPr lang="fr-FR" dirty="0"/>
              <a:t>AS</a:t>
            </a:r>
            <a:r>
              <a:rPr lang="fr-FR" i="0" dirty="0"/>
              <a:t> </a:t>
            </a:r>
            <a:r>
              <a:rPr lang="fr-FR" i="0" dirty="0" err="1"/>
              <a:t>difference</a:t>
            </a:r>
            <a:r>
              <a:rPr lang="fr-FR" i="0" dirty="0"/>
              <a:t>,</a:t>
            </a:r>
          </a:p>
          <a:p>
            <a:r>
              <a:rPr lang="fr-FR" i="0" dirty="0"/>
              <a:t> </a:t>
            </a:r>
          </a:p>
          <a:p>
            <a:r>
              <a:rPr lang="fr-FR" sz="18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fr-FR" dirty="0"/>
              <a:t>SELECT </a:t>
            </a:r>
            <a:r>
              <a:rPr lang="fr-FR" i="0" dirty="0" err="1"/>
              <a:t>difference</a:t>
            </a:r>
            <a:r>
              <a:rPr lang="fr-FR" i="0" dirty="0"/>
              <a:t> * 100) / (</a:t>
            </a:r>
            <a:r>
              <a:rPr lang="fr-FR" dirty="0"/>
              <a:t>SELECT</a:t>
            </a:r>
            <a:r>
              <a:rPr lang="fr-FR" i="0" dirty="0"/>
              <a:t> </a:t>
            </a:r>
            <a:r>
              <a:rPr lang="fr-FR" i="0" dirty="0" err="1"/>
              <a:t>nombre_ventes</a:t>
            </a:r>
            <a:r>
              <a:rPr lang="fr-FR" i="0" dirty="0"/>
              <a:t> </a:t>
            </a:r>
            <a:r>
              <a:rPr lang="fr-FR" dirty="0"/>
              <a:t>FROM</a:t>
            </a:r>
            <a:r>
              <a:rPr lang="fr-FR" i="0" dirty="0"/>
              <a:t> </a:t>
            </a:r>
            <a:r>
              <a:rPr lang="fr-FR" i="0" dirty="0" err="1"/>
              <a:t>ventes_par_trimestre</a:t>
            </a:r>
            <a:r>
              <a:rPr lang="fr-FR" i="0" dirty="0"/>
              <a:t> </a:t>
            </a:r>
            <a:r>
              <a:rPr lang="fr-FR" dirty="0"/>
              <a:t>WHERE</a:t>
            </a:r>
            <a:r>
              <a:rPr lang="fr-FR" i="0" dirty="0"/>
              <a:t> trimestre = 'T1')</a:t>
            </a:r>
          </a:p>
          <a:p>
            <a:r>
              <a:rPr lang="fr-FR" dirty="0"/>
              <a:t>AS</a:t>
            </a:r>
            <a:r>
              <a:rPr lang="fr-FR" i="0" dirty="0"/>
              <a:t> </a:t>
            </a:r>
            <a:r>
              <a:rPr lang="fr-FR" i="0" dirty="0" err="1"/>
              <a:t>taux_evolution_pourcent</a:t>
            </a:r>
            <a:r>
              <a:rPr lang="fr-FR" i="0" dirty="0"/>
              <a:t>;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5D3DD52-61AE-EF50-5324-DAEF85740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470" y="1682030"/>
            <a:ext cx="5337613" cy="112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42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6271D1-018C-386C-FAFA-755AA5E56297}"/>
              </a:ext>
            </a:extLst>
          </p:cNvPr>
          <p:cNvSpPr txBox="1">
            <a:spLocks/>
          </p:cNvSpPr>
          <p:nvPr/>
        </p:nvSpPr>
        <p:spPr>
          <a:xfrm>
            <a:off x="99721" y="259003"/>
            <a:ext cx="5749328" cy="830643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>
              <a:lnSpc>
                <a:spcPct val="80000"/>
              </a:lnSpc>
              <a:spcBef>
                <a:spcPct val="0"/>
              </a:spcBef>
              <a:buNone/>
              <a:defRPr sz="2400" b="1" i="0" spc="100" baseline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Requête 8 : Classement des régions par rapport au prix au mètre carré des appartement de plus de 4 pièces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1A2A522-068D-2C05-1F57-A87F1FCE257B}"/>
              </a:ext>
            </a:extLst>
          </p:cNvPr>
          <p:cNvSpPr txBox="1"/>
          <p:nvPr/>
        </p:nvSpPr>
        <p:spPr>
          <a:xfrm>
            <a:off x="99721" y="1360234"/>
            <a:ext cx="6097554" cy="402571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fr-FR"/>
            </a:defPPr>
            <a:lvl1pPr>
              <a:lnSpc>
                <a:spcPct val="107000"/>
              </a:lnSpc>
              <a:defRPr sz="1600" i="1" kern="10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SELECT ROUND (AVG </a:t>
            </a:r>
            <a:r>
              <a:rPr lang="fr-FR" i="0" dirty="0"/>
              <a:t>(</a:t>
            </a:r>
            <a:r>
              <a:rPr lang="fr-FR" i="0" dirty="0" err="1"/>
              <a:t>valeur_fonciere</a:t>
            </a:r>
            <a:r>
              <a:rPr lang="fr-FR" i="0" dirty="0"/>
              <a:t> / </a:t>
            </a:r>
            <a:r>
              <a:rPr lang="fr-FR" i="0" dirty="0" err="1"/>
              <a:t>surface_carree</a:t>
            </a:r>
            <a:r>
              <a:rPr lang="fr-FR" i="0" dirty="0"/>
              <a:t>), 2)</a:t>
            </a:r>
            <a:r>
              <a:rPr lang="fr-FR" dirty="0"/>
              <a:t> AS </a:t>
            </a:r>
            <a:r>
              <a:rPr lang="fr-FR" i="0" dirty="0"/>
              <a:t>prix_m2, </a:t>
            </a:r>
            <a:r>
              <a:rPr lang="fr-FR" i="0" dirty="0" err="1"/>
              <a:t>reg_nom</a:t>
            </a:r>
            <a:endParaRPr lang="fr-FR" i="0" dirty="0"/>
          </a:p>
          <a:p>
            <a:r>
              <a:rPr lang="fr-FR" dirty="0"/>
              <a:t>FROM </a:t>
            </a:r>
            <a:r>
              <a:rPr lang="fr-FR" i="0" dirty="0"/>
              <a:t>vente</a:t>
            </a:r>
          </a:p>
          <a:p>
            <a:endParaRPr lang="fr-FR" dirty="0"/>
          </a:p>
          <a:p>
            <a:r>
              <a:rPr lang="fr-FR" dirty="0"/>
              <a:t>JOIN</a:t>
            </a:r>
            <a:r>
              <a:rPr lang="fr-FR" i="0" dirty="0"/>
              <a:t> bien </a:t>
            </a:r>
            <a:r>
              <a:rPr lang="fr-FR" dirty="0"/>
              <a:t>ON </a:t>
            </a:r>
            <a:r>
              <a:rPr lang="fr-FR" i="0" dirty="0" err="1"/>
              <a:t>vente.Bien_bien_id</a:t>
            </a:r>
            <a:r>
              <a:rPr lang="fr-FR" i="0" dirty="0"/>
              <a:t> = </a:t>
            </a:r>
            <a:r>
              <a:rPr lang="fr-FR" i="0" dirty="0" err="1"/>
              <a:t>bien.bien_id</a:t>
            </a:r>
            <a:endParaRPr lang="fr-FR" i="0" dirty="0"/>
          </a:p>
          <a:p>
            <a:r>
              <a:rPr lang="fr-FR" dirty="0"/>
              <a:t>JOIN</a:t>
            </a:r>
            <a:r>
              <a:rPr lang="fr-FR" i="0" dirty="0"/>
              <a:t> commune </a:t>
            </a:r>
            <a:r>
              <a:rPr lang="fr-FR" dirty="0"/>
              <a:t>ON </a:t>
            </a:r>
            <a:r>
              <a:rPr lang="fr-FR" i="0" dirty="0" err="1"/>
              <a:t>bien.Commune_code_dep_com</a:t>
            </a:r>
            <a:r>
              <a:rPr lang="fr-FR" i="0" dirty="0"/>
              <a:t> = </a:t>
            </a:r>
            <a:r>
              <a:rPr lang="fr-FR" i="0" dirty="0" err="1"/>
              <a:t>commune.code_dep_com</a:t>
            </a:r>
            <a:endParaRPr lang="fr-FR" i="0" dirty="0"/>
          </a:p>
          <a:p>
            <a:r>
              <a:rPr lang="fr-FR" dirty="0"/>
              <a:t>JOIN</a:t>
            </a:r>
            <a:r>
              <a:rPr lang="fr-FR" i="0" dirty="0"/>
              <a:t> département </a:t>
            </a:r>
            <a:r>
              <a:rPr lang="fr-FR" dirty="0"/>
              <a:t>ON</a:t>
            </a:r>
            <a:r>
              <a:rPr lang="fr-FR" i="0" dirty="0"/>
              <a:t> </a:t>
            </a:r>
            <a:r>
              <a:rPr lang="fr-FR" i="0" dirty="0" err="1"/>
              <a:t>commune.Département_dep_code</a:t>
            </a:r>
            <a:r>
              <a:rPr lang="fr-FR" i="0" dirty="0"/>
              <a:t> = </a:t>
            </a:r>
            <a:r>
              <a:rPr lang="fr-FR" i="0" dirty="0" err="1"/>
              <a:t>département.dep_code</a:t>
            </a:r>
            <a:endParaRPr lang="fr-FR" i="0" dirty="0"/>
          </a:p>
          <a:p>
            <a:r>
              <a:rPr lang="fr-FR" dirty="0"/>
              <a:t>JOIN</a:t>
            </a:r>
            <a:r>
              <a:rPr lang="fr-FR" i="0" dirty="0"/>
              <a:t> région </a:t>
            </a:r>
            <a:r>
              <a:rPr lang="fr-FR" dirty="0"/>
              <a:t>ON</a:t>
            </a:r>
            <a:r>
              <a:rPr lang="fr-FR" i="0" dirty="0"/>
              <a:t> </a:t>
            </a:r>
            <a:r>
              <a:rPr lang="fr-FR" i="0" dirty="0" err="1"/>
              <a:t>département.Région_reg_code</a:t>
            </a:r>
            <a:r>
              <a:rPr lang="fr-FR" i="0" dirty="0"/>
              <a:t> = </a:t>
            </a:r>
            <a:r>
              <a:rPr lang="fr-FR" i="0" dirty="0" err="1"/>
              <a:t>région.reg_code</a:t>
            </a:r>
            <a:endParaRPr lang="fr-FR" i="0" dirty="0"/>
          </a:p>
          <a:p>
            <a:endParaRPr lang="en-US" dirty="0"/>
          </a:p>
          <a:p>
            <a:r>
              <a:rPr lang="en-US" dirty="0"/>
              <a:t>WHERE</a:t>
            </a:r>
            <a:r>
              <a:rPr lang="en-US" i="0" dirty="0"/>
              <a:t> </a:t>
            </a:r>
            <a:r>
              <a:rPr lang="en-US" i="0" dirty="0" err="1"/>
              <a:t>local_type</a:t>
            </a:r>
            <a:r>
              <a:rPr lang="en-US" i="0" dirty="0"/>
              <a:t> = 'appartement' </a:t>
            </a:r>
            <a:endParaRPr lang="fr-FR" i="0" dirty="0"/>
          </a:p>
          <a:p>
            <a:r>
              <a:rPr lang="en-US" dirty="0"/>
              <a:t>AND</a:t>
            </a:r>
            <a:r>
              <a:rPr lang="en-US" i="0" dirty="0"/>
              <a:t> </a:t>
            </a:r>
            <a:r>
              <a:rPr lang="en-US" i="0" dirty="0" err="1"/>
              <a:t>pieces_nombre</a:t>
            </a:r>
            <a:r>
              <a:rPr lang="en-US" i="0" dirty="0"/>
              <a:t> &gt; 4</a:t>
            </a:r>
            <a:endParaRPr lang="fr-FR" i="0" dirty="0"/>
          </a:p>
          <a:p>
            <a:r>
              <a:rPr lang="en-US" dirty="0"/>
              <a:t>GROUP BY </a:t>
            </a:r>
            <a:r>
              <a:rPr lang="en-US" i="0" dirty="0" err="1"/>
              <a:t>reg_nom</a:t>
            </a:r>
            <a:endParaRPr lang="fr-FR" i="0" dirty="0"/>
          </a:p>
          <a:p>
            <a:r>
              <a:rPr lang="en-US" dirty="0"/>
              <a:t>ORDER BY </a:t>
            </a:r>
            <a:r>
              <a:rPr lang="en-US" i="0" dirty="0"/>
              <a:t>prix_m2 </a:t>
            </a:r>
            <a:r>
              <a:rPr lang="en-US" dirty="0"/>
              <a:t>DESC</a:t>
            </a:r>
            <a:r>
              <a:rPr lang="en-US" i="0" dirty="0"/>
              <a:t>;</a:t>
            </a:r>
            <a:endParaRPr lang="fr-FR" i="0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42F1FC7-FA58-F0C5-82D3-6F3601F09799}"/>
              </a:ext>
            </a:extLst>
          </p:cNvPr>
          <p:cNvCxnSpPr>
            <a:cxnSpLocks/>
          </p:cNvCxnSpPr>
          <p:nvPr/>
        </p:nvCxnSpPr>
        <p:spPr>
          <a:xfrm>
            <a:off x="5849049" y="149289"/>
            <a:ext cx="0" cy="6559421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itre 1">
            <a:extLst>
              <a:ext uri="{FF2B5EF4-FFF2-40B4-BE49-F238E27FC236}">
                <a16:creationId xmlns:a16="http://schemas.microsoft.com/office/drawing/2014/main" id="{66A1A693-21E9-93D0-9F76-391CC61B7C07}"/>
              </a:ext>
            </a:extLst>
          </p:cNvPr>
          <p:cNvSpPr txBox="1">
            <a:spLocks/>
          </p:cNvSpPr>
          <p:nvPr/>
        </p:nvSpPr>
        <p:spPr>
          <a:xfrm>
            <a:off x="5981117" y="5599223"/>
            <a:ext cx="5749328" cy="830643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>
              <a:lnSpc>
                <a:spcPct val="80000"/>
              </a:lnSpc>
              <a:spcBef>
                <a:spcPct val="0"/>
              </a:spcBef>
              <a:buNone/>
              <a:defRPr sz="2400" b="1" i="0" spc="100" baseline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Requête 9 : Liste des communes ayant eu au moins 50 ventes au 1er trimestre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E5C0237-3B48-BF31-1528-EE5370C9C9EE}"/>
              </a:ext>
            </a:extLst>
          </p:cNvPr>
          <p:cNvSpPr txBox="1"/>
          <p:nvPr/>
        </p:nvSpPr>
        <p:spPr>
          <a:xfrm>
            <a:off x="6096000" y="863648"/>
            <a:ext cx="3064588" cy="4377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SELECT count(*) AS </a:t>
            </a:r>
            <a:r>
              <a:rPr lang="fr-FR" sz="1600" i="1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nombre_vente</a:t>
            </a: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1600" i="1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com_nom</a:t>
            </a: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FROM 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vente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bien</a:t>
            </a: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vente.Bien_bien_id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bien.bien_id</a:t>
            </a:r>
            <a:endParaRPr lang="fr-FR" sz="16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commune </a:t>
            </a: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bien.Commune_code_dep_com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commune.code_dep_com</a:t>
            </a:r>
            <a:endParaRPr lang="fr-FR" sz="16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fr-FR" sz="1600" i="1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date_mutation</a:t>
            </a: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BETWEEN '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2020-01-01</a:t>
            </a: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' AND '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2020-03-31</a:t>
            </a: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com_nom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HAVING 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(*) &gt;= 50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fr-FR" sz="16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nombre_vente</a:t>
            </a:r>
            <a:r>
              <a:rPr lang="fr-FR" sz="16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DESC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042A6D6-9612-F0CB-8ED3-8015B934E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285" y="4140691"/>
            <a:ext cx="2390764" cy="245620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5555FD8-E1D6-8EC9-2FAA-7E783D526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266" y="228390"/>
            <a:ext cx="2534337" cy="500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84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6271D1-018C-386C-FAFA-755AA5E56297}"/>
              </a:ext>
            </a:extLst>
          </p:cNvPr>
          <p:cNvSpPr txBox="1">
            <a:spLocks/>
          </p:cNvSpPr>
          <p:nvPr/>
        </p:nvSpPr>
        <p:spPr>
          <a:xfrm>
            <a:off x="243924" y="275045"/>
            <a:ext cx="6269171" cy="830643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>
              <a:lnSpc>
                <a:spcPct val="80000"/>
              </a:lnSpc>
              <a:spcBef>
                <a:spcPct val="0"/>
              </a:spcBef>
              <a:buNone/>
              <a:defRPr sz="2400" b="1" i="0" spc="100" baseline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Requête 10 : Différence en % du prix au m2 entre un appartement de 2 pièces et 3 pièces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1A2A522-068D-2C05-1F57-A87F1FCE257B}"/>
              </a:ext>
            </a:extLst>
          </p:cNvPr>
          <p:cNvSpPr txBox="1"/>
          <p:nvPr/>
        </p:nvSpPr>
        <p:spPr>
          <a:xfrm>
            <a:off x="420387" y="1569766"/>
            <a:ext cx="8546974" cy="455265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fr-FR"/>
            </a:defPPr>
            <a:lvl1pPr>
              <a:lnSpc>
                <a:spcPct val="107000"/>
              </a:lnSpc>
              <a:defRPr sz="1600" i="1" kern="10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WITH</a:t>
            </a:r>
            <a:r>
              <a:rPr lang="en-US" i="0" dirty="0"/>
              <a:t> </a:t>
            </a:r>
            <a:r>
              <a:rPr lang="en-US" i="0" dirty="0" err="1"/>
              <a:t>prix_par_piece</a:t>
            </a:r>
            <a:r>
              <a:rPr lang="en-US" i="0" dirty="0"/>
              <a:t> </a:t>
            </a:r>
            <a:r>
              <a:rPr lang="en-US" dirty="0"/>
              <a:t>AS </a:t>
            </a:r>
            <a:r>
              <a:rPr lang="en-US" i="0" dirty="0"/>
              <a:t>(</a:t>
            </a:r>
            <a:endParaRPr lang="fr-FR" i="0" dirty="0"/>
          </a:p>
          <a:p>
            <a:r>
              <a:rPr lang="en-US" dirty="0"/>
              <a:t>  </a:t>
            </a:r>
            <a:r>
              <a:rPr lang="fr-FR" dirty="0"/>
              <a:t>SELECT </a:t>
            </a:r>
            <a:r>
              <a:rPr lang="fr-FR" i="0" dirty="0" err="1"/>
              <a:t>pieces_nombre</a:t>
            </a:r>
            <a:r>
              <a:rPr lang="fr-FR" i="0" dirty="0"/>
              <a:t>,</a:t>
            </a:r>
          </a:p>
          <a:p>
            <a:r>
              <a:rPr lang="fr-FR" i="0" dirty="0"/>
              <a:t> </a:t>
            </a:r>
            <a:r>
              <a:rPr lang="fr-FR" dirty="0"/>
              <a:t> AVG </a:t>
            </a:r>
            <a:r>
              <a:rPr lang="fr-FR" i="0" dirty="0"/>
              <a:t>(</a:t>
            </a:r>
            <a:r>
              <a:rPr lang="fr-FR" i="0" dirty="0" err="1"/>
              <a:t>valeur_fonciere</a:t>
            </a:r>
            <a:r>
              <a:rPr lang="fr-FR" i="0" dirty="0"/>
              <a:t> / </a:t>
            </a:r>
            <a:r>
              <a:rPr lang="fr-FR" i="0" dirty="0" err="1"/>
              <a:t>surface_carree</a:t>
            </a:r>
            <a:r>
              <a:rPr lang="fr-FR" i="0" dirty="0"/>
              <a:t>) </a:t>
            </a:r>
            <a:r>
              <a:rPr lang="fr-FR" dirty="0"/>
              <a:t>AS</a:t>
            </a:r>
            <a:r>
              <a:rPr lang="fr-FR" i="0" dirty="0"/>
              <a:t> prix_m2</a:t>
            </a:r>
          </a:p>
          <a:p>
            <a:r>
              <a:rPr lang="fr-FR" i="0" dirty="0"/>
              <a:t>  </a:t>
            </a:r>
            <a:r>
              <a:rPr lang="fr-FR" dirty="0"/>
              <a:t>FROM</a:t>
            </a:r>
            <a:r>
              <a:rPr lang="fr-FR" i="0" dirty="0"/>
              <a:t> vente</a:t>
            </a:r>
          </a:p>
          <a:p>
            <a:r>
              <a:rPr lang="fr-FR" dirty="0"/>
              <a:t> JOIN </a:t>
            </a:r>
            <a:r>
              <a:rPr lang="fr-FR" i="0" dirty="0"/>
              <a:t>bien </a:t>
            </a:r>
            <a:r>
              <a:rPr lang="fr-FR" dirty="0"/>
              <a:t>ON</a:t>
            </a:r>
            <a:r>
              <a:rPr lang="fr-FR" i="0" dirty="0"/>
              <a:t> </a:t>
            </a:r>
            <a:r>
              <a:rPr lang="fr-FR" i="0" dirty="0" err="1"/>
              <a:t>vente.Bien_bien_id</a:t>
            </a:r>
            <a:r>
              <a:rPr lang="fr-FR" i="0" dirty="0"/>
              <a:t> = </a:t>
            </a:r>
            <a:r>
              <a:rPr lang="fr-FR" i="0" dirty="0" err="1"/>
              <a:t>bien.bien_id</a:t>
            </a:r>
            <a:endParaRPr lang="fr-FR" i="0" dirty="0"/>
          </a:p>
          <a:p>
            <a:r>
              <a:rPr lang="fr-FR" i="0" dirty="0"/>
              <a:t>  </a:t>
            </a:r>
            <a:r>
              <a:rPr lang="en-US" dirty="0"/>
              <a:t>WHERE</a:t>
            </a:r>
            <a:r>
              <a:rPr lang="en-US" i="0" dirty="0"/>
              <a:t> </a:t>
            </a:r>
            <a:r>
              <a:rPr lang="en-US" i="0" dirty="0" err="1"/>
              <a:t>local_type</a:t>
            </a:r>
            <a:r>
              <a:rPr lang="en-US" i="0" dirty="0"/>
              <a:t> = 'appartement'</a:t>
            </a:r>
            <a:endParaRPr lang="fr-FR" i="0" dirty="0"/>
          </a:p>
          <a:p>
            <a:r>
              <a:rPr lang="en-US" i="0" dirty="0"/>
              <a:t>  </a:t>
            </a:r>
            <a:r>
              <a:rPr lang="en-US" dirty="0"/>
              <a:t>AND</a:t>
            </a:r>
            <a:r>
              <a:rPr lang="en-US" i="0" dirty="0"/>
              <a:t> </a:t>
            </a:r>
            <a:r>
              <a:rPr lang="en-US" i="0" dirty="0" err="1"/>
              <a:t>pieces_nombre</a:t>
            </a:r>
            <a:r>
              <a:rPr lang="en-US" i="0" dirty="0"/>
              <a:t> IN (2, 3)</a:t>
            </a:r>
            <a:endParaRPr lang="fr-FR" i="0" dirty="0"/>
          </a:p>
          <a:p>
            <a:r>
              <a:rPr lang="en-US" i="0" dirty="0"/>
              <a:t>  </a:t>
            </a:r>
            <a:r>
              <a:rPr lang="en-US" dirty="0"/>
              <a:t>GROUP BY </a:t>
            </a:r>
            <a:r>
              <a:rPr lang="en-US" i="0" dirty="0" err="1"/>
              <a:t>pieces_nombre</a:t>
            </a:r>
            <a:r>
              <a:rPr lang="en-US" i="0" dirty="0"/>
              <a:t>)</a:t>
            </a:r>
            <a:endParaRPr lang="fr-FR" i="0" dirty="0"/>
          </a:p>
          <a:p>
            <a:r>
              <a:rPr lang="en-US" i="0" dirty="0"/>
              <a:t>  </a:t>
            </a:r>
            <a:endParaRPr lang="fr-FR" i="0" dirty="0"/>
          </a:p>
          <a:p>
            <a:r>
              <a:rPr lang="en-US" dirty="0"/>
              <a:t>SELECT </a:t>
            </a:r>
            <a:endParaRPr lang="fr-FR" dirty="0"/>
          </a:p>
          <a:p>
            <a:r>
              <a:rPr lang="en-US" i="0" dirty="0"/>
              <a:t>  </a:t>
            </a:r>
            <a:r>
              <a:rPr lang="en-US" dirty="0"/>
              <a:t>ROUND</a:t>
            </a:r>
            <a:r>
              <a:rPr lang="en-US" i="0" dirty="0"/>
              <a:t>(</a:t>
            </a:r>
            <a:endParaRPr lang="fr-FR" i="0" dirty="0"/>
          </a:p>
          <a:p>
            <a:r>
              <a:rPr lang="en-US" i="0" dirty="0"/>
              <a:t>    (</a:t>
            </a:r>
            <a:r>
              <a:rPr lang="en-US" dirty="0"/>
              <a:t>MAX</a:t>
            </a:r>
            <a:r>
              <a:rPr lang="en-US" i="0" dirty="0"/>
              <a:t>(</a:t>
            </a:r>
            <a:r>
              <a:rPr lang="en-US" dirty="0"/>
              <a:t>CASE WHEN </a:t>
            </a:r>
            <a:r>
              <a:rPr lang="en-US" i="0" dirty="0" err="1"/>
              <a:t>pieces_nombre</a:t>
            </a:r>
            <a:r>
              <a:rPr lang="en-US" i="0" dirty="0"/>
              <a:t> = 3 </a:t>
            </a:r>
            <a:r>
              <a:rPr lang="en-US" dirty="0"/>
              <a:t>THEN</a:t>
            </a:r>
            <a:r>
              <a:rPr lang="en-US" i="0" dirty="0"/>
              <a:t> prix_m2 END) - </a:t>
            </a:r>
            <a:endParaRPr lang="fr-FR" i="0" dirty="0"/>
          </a:p>
          <a:p>
            <a:r>
              <a:rPr lang="en-US" i="0" dirty="0"/>
              <a:t>     </a:t>
            </a:r>
            <a:r>
              <a:rPr lang="en-US" dirty="0"/>
              <a:t>MAX</a:t>
            </a:r>
            <a:r>
              <a:rPr lang="en-US" i="0" dirty="0"/>
              <a:t>(</a:t>
            </a:r>
            <a:r>
              <a:rPr lang="en-US" dirty="0"/>
              <a:t>CASE WHEN </a:t>
            </a:r>
            <a:r>
              <a:rPr lang="en-US" i="0" dirty="0" err="1"/>
              <a:t>pieces_nombre</a:t>
            </a:r>
            <a:r>
              <a:rPr lang="en-US" i="0" dirty="0"/>
              <a:t> = 2 </a:t>
            </a:r>
            <a:r>
              <a:rPr lang="en-US" dirty="0"/>
              <a:t>THEN</a:t>
            </a:r>
            <a:r>
              <a:rPr lang="en-US" i="0" dirty="0"/>
              <a:t> prix_m2 END)) </a:t>
            </a:r>
            <a:endParaRPr lang="fr-FR" i="0" dirty="0"/>
          </a:p>
          <a:p>
            <a:r>
              <a:rPr lang="en-US" i="0" dirty="0"/>
              <a:t>    * 100 / </a:t>
            </a:r>
            <a:endParaRPr lang="fr-FR" i="0" dirty="0"/>
          </a:p>
          <a:p>
            <a:r>
              <a:rPr lang="en-US" i="0" dirty="0"/>
              <a:t>    </a:t>
            </a:r>
            <a:r>
              <a:rPr lang="en-US" dirty="0"/>
              <a:t>MAX</a:t>
            </a:r>
            <a:r>
              <a:rPr lang="en-US" i="0" dirty="0"/>
              <a:t>(</a:t>
            </a:r>
            <a:r>
              <a:rPr lang="en-US" dirty="0"/>
              <a:t>CASE WHEN </a:t>
            </a:r>
            <a:r>
              <a:rPr lang="en-US" i="0" dirty="0" err="1"/>
              <a:t>pieces_nombre</a:t>
            </a:r>
            <a:r>
              <a:rPr lang="en-US" i="0" dirty="0"/>
              <a:t> = 2 </a:t>
            </a:r>
            <a:r>
              <a:rPr lang="en-US" dirty="0"/>
              <a:t>THEN</a:t>
            </a:r>
            <a:r>
              <a:rPr lang="en-US" i="0" dirty="0"/>
              <a:t> prix_m2 END), 2</a:t>
            </a:r>
            <a:endParaRPr lang="fr-FR" i="0" dirty="0"/>
          </a:p>
          <a:p>
            <a:r>
              <a:rPr lang="en-US" i="0" dirty="0"/>
              <a:t>  </a:t>
            </a:r>
            <a:r>
              <a:rPr lang="fr-FR" i="0" dirty="0"/>
              <a:t>) </a:t>
            </a:r>
            <a:r>
              <a:rPr lang="fr-FR" dirty="0"/>
              <a:t>AS</a:t>
            </a:r>
            <a:r>
              <a:rPr lang="fr-FR" i="0" dirty="0"/>
              <a:t> </a:t>
            </a:r>
            <a:r>
              <a:rPr lang="fr-FR" i="0" dirty="0" err="1"/>
              <a:t>difference_pourcentage</a:t>
            </a:r>
            <a:endParaRPr lang="fr-FR" i="0" dirty="0"/>
          </a:p>
          <a:p>
            <a:r>
              <a:rPr lang="fr-FR" dirty="0"/>
              <a:t>FROM</a:t>
            </a:r>
            <a:r>
              <a:rPr lang="fr-FR" i="0" dirty="0"/>
              <a:t> </a:t>
            </a:r>
            <a:r>
              <a:rPr lang="fr-FR" i="0" dirty="0" err="1"/>
              <a:t>prix_par_piece</a:t>
            </a:r>
            <a:r>
              <a:rPr lang="fr-FR" i="0" dirty="0"/>
              <a:t>;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52F90FE-73F1-B91D-6EF8-0A7FA3B59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927" y="4964194"/>
            <a:ext cx="3678431" cy="96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02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66A1A693-21E9-93D0-9F76-391CC61B7C07}"/>
              </a:ext>
            </a:extLst>
          </p:cNvPr>
          <p:cNvSpPr txBox="1">
            <a:spLocks/>
          </p:cNvSpPr>
          <p:nvPr/>
        </p:nvSpPr>
        <p:spPr>
          <a:xfrm>
            <a:off x="5969845" y="405998"/>
            <a:ext cx="6222155" cy="830643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>
              <a:lnSpc>
                <a:spcPct val="80000"/>
              </a:lnSpc>
              <a:spcBef>
                <a:spcPct val="0"/>
              </a:spcBef>
              <a:buNone/>
              <a:defRPr sz="2400" b="1" i="0" spc="100" baseline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fr-FR" sz="2000" dirty="0"/>
              <a:t>Requête 11 : Les moyennes de valeurs foncières pour le top 3 des communes des départements 6, 13, 33, 59 et 69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94E63F5-35B5-0655-5CF2-E6006821FC61}"/>
              </a:ext>
            </a:extLst>
          </p:cNvPr>
          <p:cNvSpPr txBox="1"/>
          <p:nvPr/>
        </p:nvSpPr>
        <p:spPr>
          <a:xfrm>
            <a:off x="240632" y="405998"/>
            <a:ext cx="5855368" cy="6225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WITH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moyenne_VF_triée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SELECT AVG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valeur_fonciere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moyenne_valeur_fonciere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com_nom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dep_code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ROW_NUMBER</a:t>
            </a:r>
            <a:r>
              <a:rPr lang="en-US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OVER</a:t>
            </a:r>
            <a:r>
              <a:rPr lang="en-US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PARTITION BY </a:t>
            </a:r>
            <a:r>
              <a:rPr lang="en-US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dep_code</a:t>
            </a:r>
            <a:r>
              <a:rPr lang="en-US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ORDER BY AVG(</a:t>
            </a:r>
            <a:r>
              <a:rPr lang="en-US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valeur_fonciere</a:t>
            </a:r>
            <a:r>
              <a:rPr lang="en-US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DESC</a:t>
            </a: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rang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vente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bien </a:t>
            </a: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vente.Bien_bien_id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bien.bien_id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commune </a:t>
            </a: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bien.Commune_code_dep_com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commune.code_dep_com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département </a:t>
            </a: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commune.Département_dep_code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département.dep_code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1400" i="1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dep_code</a:t>
            </a: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in (6, 13, 33, 59, 69)</a:t>
            </a:r>
            <a:endParaRPr lang="fr-FR" sz="1400" i="1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dep_code</a:t>
            </a:r>
            <a:r>
              <a:rPr lang="en-US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com_nom</a:t>
            </a:r>
            <a:r>
              <a:rPr lang="en-US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dep_code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com_nom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moyenne_valeur_fonciere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moyenne_VF_triée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rang &lt;= 3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dep_code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moyenne_valeur_fonciere</a:t>
            </a:r>
            <a:r>
              <a:rPr lang="fr-FR" sz="1400" i="1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8CC9116-DFFD-2B5F-700B-95E593E33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409" y="1568055"/>
            <a:ext cx="5341182" cy="446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54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66A1A693-21E9-93D0-9F76-391CC61B7C07}"/>
              </a:ext>
            </a:extLst>
          </p:cNvPr>
          <p:cNvSpPr txBox="1">
            <a:spLocks/>
          </p:cNvSpPr>
          <p:nvPr/>
        </p:nvSpPr>
        <p:spPr>
          <a:xfrm>
            <a:off x="265955" y="292471"/>
            <a:ext cx="6416842" cy="830643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>
              <a:lnSpc>
                <a:spcPct val="80000"/>
              </a:lnSpc>
              <a:spcBef>
                <a:spcPct val="0"/>
              </a:spcBef>
              <a:buNone/>
              <a:defRPr sz="2400" b="1" i="0" spc="100" baseline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fr-FR" sz="2000" dirty="0"/>
              <a:t>Requête 12 : Les 20 communes avec </a:t>
            </a:r>
            <a:r>
              <a:rPr lang="fr-FR" sz="1800" dirty="0"/>
              <a:t>le</a:t>
            </a:r>
            <a:r>
              <a:rPr lang="fr-FR" sz="2000" dirty="0"/>
              <a:t> plus de transactions pour les communes qui dépassent les 10K habitants.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94E63F5-35B5-0655-5CF2-E6006821FC61}"/>
              </a:ext>
            </a:extLst>
          </p:cNvPr>
          <p:cNvSpPr txBox="1"/>
          <p:nvPr/>
        </p:nvSpPr>
        <p:spPr>
          <a:xfrm>
            <a:off x="6613973" y="292471"/>
            <a:ext cx="5855368" cy="6097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WITH</a:t>
            </a:r>
            <a:r>
              <a:rPr lang="en-US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transactions_1000_hab </a:t>
            </a: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US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com_nom</a:t>
            </a:r>
            <a:r>
              <a:rPr lang="en-US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popu_totale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vente_id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)/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popu_totale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*1000 </a:t>
            </a: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transaction_pour_1000_hab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vente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bien </a:t>
            </a: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vente.Bien_bien_id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bien.bien_id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commune </a:t>
            </a: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bien.Commune_code_dep_com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commune.code_dep_com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population </a:t>
            </a: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population.commune_code_dep_com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commune.code_dep_com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com_nom</a:t>
            </a:r>
            <a:r>
              <a:rPr lang="en-US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popu_totale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transaction_pour_1000_hab,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com_nom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popu_totale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n-US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transactions_1000_hab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US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popu_totale</a:t>
            </a:r>
            <a:r>
              <a:rPr lang="en-US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&gt; 10000</a:t>
            </a:r>
            <a:endParaRPr lang="fr-FR" sz="1400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en-US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transaction_pour_1000_hab </a:t>
            </a:r>
            <a:r>
              <a:rPr lang="en-US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DESC</a:t>
            </a:r>
            <a:endParaRPr lang="fr-FR" sz="1400" i="1" kern="100" dirty="0">
              <a:solidFill>
                <a:schemeClr val="bg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i="1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LIMIT</a:t>
            </a:r>
            <a:r>
              <a:rPr lang="fr-FR" sz="14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20</a:t>
            </a:r>
            <a:r>
              <a:rPr lang="fr-FR" sz="1200" kern="100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CEACE13-FD82-8CC8-6399-2E47DEDDF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3" y="1556300"/>
            <a:ext cx="5140234" cy="426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95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2">
            <a:extLst>
              <a:ext uri="{FF2B5EF4-FFF2-40B4-BE49-F238E27FC236}">
                <a16:creationId xmlns:a16="http://schemas.microsoft.com/office/drawing/2014/main" id="{D57C710F-53E2-DABF-EB3F-5813BC2EE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Conclusion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97EB378-442A-14A1-A4E0-94DFBEDDD1D1}"/>
              </a:ext>
            </a:extLst>
          </p:cNvPr>
          <p:cNvSpPr txBox="1"/>
          <p:nvPr/>
        </p:nvSpPr>
        <p:spPr>
          <a:xfrm>
            <a:off x="594360" y="2472680"/>
            <a:ext cx="956056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R2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\ Les régions avec le plus de ventes d'appartements sont l'Île-de-France (14k), PACA (3,6k) et Auvergne-Rhône-Alpes (3,4k)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R12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\ Les grandes communes les plus actives en ventes sont Paris 1er, 2e et 3e.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R3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altLang="fr-FR" sz="2000" dirty="0">
                <a:solidFill>
                  <a:schemeClr val="bg1"/>
                </a:solidFill>
                <a:latin typeface="Arial" panose="020B0604020202020204" pitchFamily="34" charset="0"/>
              </a:rPr>
              <a:t>\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Les appartements de 1 à 4 pièces sont les plus vendus.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R4 R8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altLang="fr-FR" sz="2000" dirty="0">
                <a:solidFill>
                  <a:schemeClr val="bg1"/>
                </a:solidFill>
                <a:latin typeface="Arial" panose="020B0604020202020204" pitchFamily="34" charset="0"/>
              </a:rPr>
              <a:t>\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 prix au m² est le plus élevé à Paris et en Île-de-France, où se trouvent les 10 biens les plus chers.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R7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\ Les ventes ont progressé de 3,6 % entre le premier et le second trimestre.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R10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\ Le m² d’un 2 pièces est 12,4 % plus cher que celui d’un 3 pièces.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B6F8F74-2ABB-7B7A-F9A2-D92013A6D36D}"/>
              </a:ext>
            </a:extLst>
          </p:cNvPr>
          <p:cNvSpPr txBox="1"/>
          <p:nvPr/>
        </p:nvSpPr>
        <p:spPr>
          <a:xfrm>
            <a:off x="9542883" y="6138258"/>
            <a:ext cx="25775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0" dirty="0">
                <a:solidFill>
                  <a:srgbClr val="271A38"/>
                </a:solidFill>
                <a:effectLst/>
                <a:latin typeface="+mj-lt"/>
              </a:rPr>
              <a:t>Laplace </a:t>
            </a:r>
            <a:r>
              <a:rPr lang="fr-FR" sz="2800" b="1" i="0" dirty="0" err="1">
                <a:solidFill>
                  <a:srgbClr val="271A38"/>
                </a:solidFill>
                <a:effectLst/>
                <a:latin typeface="+mj-lt"/>
              </a:rPr>
              <a:t>Immo</a:t>
            </a:r>
            <a:endParaRPr lang="fr-FR" sz="2800" b="1" dirty="0">
              <a:latin typeface="+mj-lt"/>
            </a:endParaRPr>
          </a:p>
        </p:txBody>
      </p:sp>
      <p:pic>
        <p:nvPicPr>
          <p:cNvPr id="8" name="Graphique 7" descr="Maison1 contour">
            <a:extLst>
              <a:ext uri="{FF2B5EF4-FFF2-40B4-BE49-F238E27FC236}">
                <a16:creationId xmlns:a16="http://schemas.microsoft.com/office/drawing/2014/main" id="{428769BE-3EA7-580D-B3A3-0F11ADC42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0062" y="5615037"/>
            <a:ext cx="523221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77573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2_TF78853419_Win32" id="{E939D1AD-245E-4113-B88E-E20D599B2C52}" vid="{B269D645-ADA9-4C84-B6E4-2BDC65D07C9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{1F2732A0-A8A2-4FD5-8F6C-567E7412DEF4}tf78853419_win32</Template>
  <TotalTime>832</TotalTime>
  <Words>1992</Words>
  <Application>Microsoft Office PowerPoint</Application>
  <PresentationFormat>Grand écran</PresentationFormat>
  <Paragraphs>218</Paragraphs>
  <Slides>16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4" baseType="lpstr">
      <vt:lpstr>Arial</vt:lpstr>
      <vt:lpstr>Calibri</vt:lpstr>
      <vt:lpstr>Franklin Gothic Book</vt:lpstr>
      <vt:lpstr>Franklin Gothic Demi</vt:lpstr>
      <vt:lpstr>Google Sans</vt:lpstr>
      <vt:lpstr>Helvetica 75 Bold</vt:lpstr>
      <vt:lpstr>Inter</vt:lpstr>
      <vt:lpstr>Personnalisé</vt:lpstr>
      <vt:lpstr>Projet DATAImmo</vt:lpstr>
      <vt:lpstr>SOMMAIRE</vt:lpstr>
      <vt:lpstr>Tout savoir sur DATAImmo</vt:lpstr>
      <vt:lpstr>Les données </vt:lpstr>
      <vt:lpstr>Les données </vt:lpstr>
      <vt:lpstr>Les étapes et la méthodologie </vt:lpstr>
      <vt:lpstr>Schéma relationnel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DIOURI Selma INNOV/DATAAI</dc:creator>
  <cp:lastModifiedBy>DIOURI Selma INNOV/DATAAI</cp:lastModifiedBy>
  <cp:revision>1</cp:revision>
  <dcterms:created xsi:type="dcterms:W3CDTF">2025-04-11T08:25:02Z</dcterms:created>
  <dcterms:modified xsi:type="dcterms:W3CDTF">2025-04-20T15:21:36Z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ClassificationContentMarkingFooterLocations">
    <vt:lpwstr>Personnalisé:4</vt:lpwstr>
  </property>
  <property fmtid="{D5CDD505-2E9C-101B-9397-08002B2CF9AE}" pid="4" name="ClassificationContentMarkingFooterText">
    <vt:lpwstr>Orange Restricted</vt:lpwstr>
  </property>
</Properties>
</file>